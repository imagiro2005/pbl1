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sldIdLst>
    <p:sldId id="258" r:id="rId5"/>
    <p:sldId id="269" r:id="rId6"/>
    <p:sldId id="259" r:id="rId7"/>
    <p:sldId id="270" r:id="rId8"/>
    <p:sldId id="260" r:id="rId9"/>
    <p:sldId id="264" r:id="rId10"/>
    <p:sldId id="263" r:id="rId11"/>
    <p:sldId id="265"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66" r:id="rId31"/>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8FD"/>
    <a:srgbClr val="8F768C"/>
    <a:srgbClr val="1100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51B711-B66C-4B23-A9B4-958E8850B774}" v="1520" dt="2024-05-15T18:58:02.263"/>
    <p1510:client id="{F222F23E-C05C-41A5-8737-0FB73E605679}" v="5804" dt="2024-05-15T19:14:25.1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64" y="4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ương Nhật Hoàng" userId="a944b55d-9fe9-452d-93f4-a6963ffcf8ad" providerId="ADAL" clId="{1851B711-B66C-4B23-A9B4-958E8850B774}"/>
    <pc:docChg chg="undo redo custSel addSld delSld modSld">
      <pc:chgData name="Trương Nhật Hoàng" userId="a944b55d-9fe9-452d-93f4-a6963ffcf8ad" providerId="ADAL" clId="{1851B711-B66C-4B23-A9B4-958E8850B774}" dt="2024-05-15T18:58:02.263" v="1524" actId="47"/>
      <pc:docMkLst>
        <pc:docMk/>
      </pc:docMkLst>
      <pc:sldChg chg="addSp modSp del mod">
        <pc:chgData name="Trương Nhật Hoàng" userId="a944b55d-9fe9-452d-93f4-a6963ffcf8ad" providerId="ADAL" clId="{1851B711-B66C-4B23-A9B4-958E8850B774}" dt="2024-05-15T18:51:13.944" v="1519" actId="47"/>
        <pc:sldMkLst>
          <pc:docMk/>
          <pc:sldMk cId="3680044206" sldId="256"/>
        </pc:sldMkLst>
        <pc:spChg chg="add mod">
          <ac:chgData name="Trương Nhật Hoàng" userId="a944b55d-9fe9-452d-93f4-a6963ffcf8ad" providerId="ADAL" clId="{1851B711-B66C-4B23-A9B4-958E8850B774}" dt="2024-05-15T16:11:30.818" v="1"/>
          <ac:spMkLst>
            <pc:docMk/>
            <pc:sldMk cId="3680044206" sldId="256"/>
            <ac:spMk id="4" creationId="{E03A66DA-F73A-E34B-5AD1-8459B7C1C929}"/>
          </ac:spMkLst>
        </pc:spChg>
        <pc:spChg chg="add mod">
          <ac:chgData name="Trương Nhật Hoàng" userId="a944b55d-9fe9-452d-93f4-a6963ffcf8ad" providerId="ADAL" clId="{1851B711-B66C-4B23-A9B4-958E8850B774}" dt="2024-05-15T16:11:30.818" v="1"/>
          <ac:spMkLst>
            <pc:docMk/>
            <pc:sldMk cId="3680044206" sldId="256"/>
            <ac:spMk id="5" creationId="{FE8ADAD4-AEA9-3DAC-FEC6-AB1A8699263D}"/>
          </ac:spMkLst>
        </pc:spChg>
        <pc:spChg chg="add mod">
          <ac:chgData name="Trương Nhật Hoàng" userId="a944b55d-9fe9-452d-93f4-a6963ffcf8ad" providerId="ADAL" clId="{1851B711-B66C-4B23-A9B4-958E8850B774}" dt="2024-05-15T16:11:30.818" v="1"/>
          <ac:spMkLst>
            <pc:docMk/>
            <pc:sldMk cId="3680044206" sldId="256"/>
            <ac:spMk id="6" creationId="{3301128F-CBDE-B37F-11C2-F778C6F94F61}"/>
          </ac:spMkLst>
        </pc:spChg>
        <pc:spChg chg="add mod">
          <ac:chgData name="Trương Nhật Hoàng" userId="a944b55d-9fe9-452d-93f4-a6963ffcf8ad" providerId="ADAL" clId="{1851B711-B66C-4B23-A9B4-958E8850B774}" dt="2024-05-15T16:11:30.818" v="1"/>
          <ac:spMkLst>
            <pc:docMk/>
            <pc:sldMk cId="3680044206" sldId="256"/>
            <ac:spMk id="7" creationId="{A50630F0-BB55-3071-6BBB-58D5E22C7163}"/>
          </ac:spMkLst>
        </pc:spChg>
        <pc:spChg chg="add mod">
          <ac:chgData name="Trương Nhật Hoàng" userId="a944b55d-9fe9-452d-93f4-a6963ffcf8ad" providerId="ADAL" clId="{1851B711-B66C-4B23-A9B4-958E8850B774}" dt="2024-05-15T16:11:30.818" v="1"/>
          <ac:spMkLst>
            <pc:docMk/>
            <pc:sldMk cId="3680044206" sldId="256"/>
            <ac:spMk id="8" creationId="{2755F38F-E62F-F1D1-F50A-ECCC75C3A98C}"/>
          </ac:spMkLst>
        </pc:spChg>
        <pc:spChg chg="add mod">
          <ac:chgData name="Trương Nhật Hoàng" userId="a944b55d-9fe9-452d-93f4-a6963ffcf8ad" providerId="ADAL" clId="{1851B711-B66C-4B23-A9B4-958E8850B774}" dt="2024-05-15T16:11:30.818" v="1"/>
          <ac:spMkLst>
            <pc:docMk/>
            <pc:sldMk cId="3680044206" sldId="256"/>
            <ac:spMk id="10" creationId="{9A0106DB-3DCA-2020-8EE3-B49DCEEE4BDC}"/>
          </ac:spMkLst>
        </pc:spChg>
        <pc:spChg chg="add mod">
          <ac:chgData name="Trương Nhật Hoàng" userId="a944b55d-9fe9-452d-93f4-a6963ffcf8ad" providerId="ADAL" clId="{1851B711-B66C-4B23-A9B4-958E8850B774}" dt="2024-05-15T16:11:30.818" v="1"/>
          <ac:spMkLst>
            <pc:docMk/>
            <pc:sldMk cId="3680044206" sldId="256"/>
            <ac:spMk id="11" creationId="{8F88099F-40C3-2EFC-8771-E785C8125D17}"/>
          </ac:spMkLst>
        </pc:spChg>
        <pc:spChg chg="add mod">
          <ac:chgData name="Trương Nhật Hoàng" userId="a944b55d-9fe9-452d-93f4-a6963ffcf8ad" providerId="ADAL" clId="{1851B711-B66C-4B23-A9B4-958E8850B774}" dt="2024-05-15T16:11:30.818" v="1"/>
          <ac:spMkLst>
            <pc:docMk/>
            <pc:sldMk cId="3680044206" sldId="256"/>
            <ac:spMk id="19" creationId="{77623F39-BC21-9C8E-CADE-CA1F06646560}"/>
          </ac:spMkLst>
        </pc:spChg>
        <pc:spChg chg="add mod">
          <ac:chgData name="Trương Nhật Hoàng" userId="a944b55d-9fe9-452d-93f4-a6963ffcf8ad" providerId="ADAL" clId="{1851B711-B66C-4B23-A9B4-958E8850B774}" dt="2024-05-15T16:11:30.818" v="1"/>
          <ac:spMkLst>
            <pc:docMk/>
            <pc:sldMk cId="3680044206" sldId="256"/>
            <ac:spMk id="20" creationId="{893669D8-1224-73D3-1A6A-200A3115C4E9}"/>
          </ac:spMkLst>
        </pc:spChg>
        <pc:spChg chg="add mod">
          <ac:chgData name="Trương Nhật Hoàng" userId="a944b55d-9fe9-452d-93f4-a6963ffcf8ad" providerId="ADAL" clId="{1851B711-B66C-4B23-A9B4-958E8850B774}" dt="2024-05-15T16:11:30.818" v="1"/>
          <ac:spMkLst>
            <pc:docMk/>
            <pc:sldMk cId="3680044206" sldId="256"/>
            <ac:spMk id="21" creationId="{EE1245E9-D3E2-3363-D91A-7AFE96AAB364}"/>
          </ac:spMkLst>
        </pc:spChg>
        <pc:spChg chg="add mod">
          <ac:chgData name="Trương Nhật Hoàng" userId="a944b55d-9fe9-452d-93f4-a6963ffcf8ad" providerId="ADAL" clId="{1851B711-B66C-4B23-A9B4-958E8850B774}" dt="2024-05-15T16:11:30.818" v="1"/>
          <ac:spMkLst>
            <pc:docMk/>
            <pc:sldMk cId="3680044206" sldId="256"/>
            <ac:spMk id="22" creationId="{160A4D22-EA3A-DC92-20D4-6BD195B6EED7}"/>
          </ac:spMkLst>
        </pc:spChg>
        <pc:spChg chg="add mod">
          <ac:chgData name="Trương Nhật Hoàng" userId="a944b55d-9fe9-452d-93f4-a6963ffcf8ad" providerId="ADAL" clId="{1851B711-B66C-4B23-A9B4-958E8850B774}" dt="2024-05-15T18:16:12.278" v="1205" actId="404"/>
          <ac:spMkLst>
            <pc:docMk/>
            <pc:sldMk cId="3680044206" sldId="256"/>
            <ac:spMk id="23" creationId="{D0DF1F9D-FE78-CFD1-1BCC-E96C04EF8DEE}"/>
          </ac:spMkLst>
        </pc:spChg>
        <pc:cxnChg chg="add mod">
          <ac:chgData name="Trương Nhật Hoàng" userId="a944b55d-9fe9-452d-93f4-a6963ffcf8ad" providerId="ADAL" clId="{1851B711-B66C-4B23-A9B4-958E8850B774}" dt="2024-05-15T16:11:30.818" v="1"/>
          <ac:cxnSpMkLst>
            <pc:docMk/>
            <pc:sldMk cId="3680044206" sldId="256"/>
            <ac:cxnSpMk id="9" creationId="{1BFBA72B-2E14-EA7B-8C48-3574A78A9FB2}"/>
          </ac:cxnSpMkLst>
        </pc:cxnChg>
        <pc:cxnChg chg="add mod">
          <ac:chgData name="Trương Nhật Hoàng" userId="a944b55d-9fe9-452d-93f4-a6963ffcf8ad" providerId="ADAL" clId="{1851B711-B66C-4B23-A9B4-958E8850B774}" dt="2024-05-15T16:11:30.818" v="1"/>
          <ac:cxnSpMkLst>
            <pc:docMk/>
            <pc:sldMk cId="3680044206" sldId="256"/>
            <ac:cxnSpMk id="12" creationId="{DA064272-9EA7-CF44-31AF-2595580FD920}"/>
          </ac:cxnSpMkLst>
        </pc:cxnChg>
        <pc:cxnChg chg="add mod">
          <ac:chgData name="Trương Nhật Hoàng" userId="a944b55d-9fe9-452d-93f4-a6963ffcf8ad" providerId="ADAL" clId="{1851B711-B66C-4B23-A9B4-958E8850B774}" dt="2024-05-15T16:11:30.818" v="1"/>
          <ac:cxnSpMkLst>
            <pc:docMk/>
            <pc:sldMk cId="3680044206" sldId="256"/>
            <ac:cxnSpMk id="13" creationId="{36B7989A-99DD-6711-F10D-5A566F21BE32}"/>
          </ac:cxnSpMkLst>
        </pc:cxnChg>
        <pc:cxnChg chg="add mod">
          <ac:chgData name="Trương Nhật Hoàng" userId="a944b55d-9fe9-452d-93f4-a6963ffcf8ad" providerId="ADAL" clId="{1851B711-B66C-4B23-A9B4-958E8850B774}" dt="2024-05-15T16:11:30.818" v="1"/>
          <ac:cxnSpMkLst>
            <pc:docMk/>
            <pc:sldMk cId="3680044206" sldId="256"/>
            <ac:cxnSpMk id="14" creationId="{61295BAB-1206-52D5-1463-3C970C999DBF}"/>
          </ac:cxnSpMkLst>
        </pc:cxnChg>
        <pc:cxnChg chg="add mod">
          <ac:chgData name="Trương Nhật Hoàng" userId="a944b55d-9fe9-452d-93f4-a6963ffcf8ad" providerId="ADAL" clId="{1851B711-B66C-4B23-A9B4-958E8850B774}" dt="2024-05-15T16:11:30.818" v="1"/>
          <ac:cxnSpMkLst>
            <pc:docMk/>
            <pc:sldMk cId="3680044206" sldId="256"/>
            <ac:cxnSpMk id="15" creationId="{CEB97A5C-F933-CADD-0C50-A40242F7AAEE}"/>
          </ac:cxnSpMkLst>
        </pc:cxnChg>
        <pc:cxnChg chg="add mod">
          <ac:chgData name="Trương Nhật Hoàng" userId="a944b55d-9fe9-452d-93f4-a6963ffcf8ad" providerId="ADAL" clId="{1851B711-B66C-4B23-A9B4-958E8850B774}" dt="2024-05-15T16:11:30.818" v="1"/>
          <ac:cxnSpMkLst>
            <pc:docMk/>
            <pc:sldMk cId="3680044206" sldId="256"/>
            <ac:cxnSpMk id="16" creationId="{F481E998-49E0-95AE-D7F6-01381FF8C9EF}"/>
          </ac:cxnSpMkLst>
        </pc:cxnChg>
        <pc:cxnChg chg="add mod">
          <ac:chgData name="Trương Nhật Hoàng" userId="a944b55d-9fe9-452d-93f4-a6963ffcf8ad" providerId="ADAL" clId="{1851B711-B66C-4B23-A9B4-958E8850B774}" dt="2024-05-15T16:11:30.818" v="1"/>
          <ac:cxnSpMkLst>
            <pc:docMk/>
            <pc:sldMk cId="3680044206" sldId="256"/>
            <ac:cxnSpMk id="17" creationId="{3BF2A653-7EEC-C754-7D89-440E096C4476}"/>
          </ac:cxnSpMkLst>
        </pc:cxnChg>
        <pc:cxnChg chg="add mod">
          <ac:chgData name="Trương Nhật Hoàng" userId="a944b55d-9fe9-452d-93f4-a6963ffcf8ad" providerId="ADAL" clId="{1851B711-B66C-4B23-A9B4-958E8850B774}" dt="2024-05-15T16:11:30.818" v="1"/>
          <ac:cxnSpMkLst>
            <pc:docMk/>
            <pc:sldMk cId="3680044206" sldId="256"/>
            <ac:cxnSpMk id="18" creationId="{8D95BD41-5237-54E3-828B-61FAA0A592C9}"/>
          </ac:cxnSpMkLst>
        </pc:cxnChg>
      </pc:sldChg>
      <pc:sldChg chg="addSp delSp modSp mod">
        <pc:chgData name="Trương Nhật Hoàng" userId="a944b55d-9fe9-452d-93f4-a6963ffcf8ad" providerId="ADAL" clId="{1851B711-B66C-4B23-A9B4-958E8850B774}" dt="2024-05-15T18:18:29.119" v="1311" actId="1038"/>
        <pc:sldMkLst>
          <pc:docMk/>
          <pc:sldMk cId="2450843790" sldId="257"/>
        </pc:sldMkLst>
        <pc:spChg chg="add mod">
          <ac:chgData name="Trương Nhật Hoàng" userId="a944b55d-9fe9-452d-93f4-a6963ffcf8ad" providerId="ADAL" clId="{1851B711-B66C-4B23-A9B4-958E8850B774}" dt="2024-05-15T18:18:17.275" v="1206"/>
          <ac:spMkLst>
            <pc:docMk/>
            <pc:sldMk cId="2450843790" sldId="257"/>
            <ac:spMk id="2" creationId="{4649EC79-1A79-BCF7-1133-E2B8B427AF8F}"/>
          </ac:spMkLst>
        </pc:spChg>
        <pc:spChg chg="add mod">
          <ac:chgData name="Trương Nhật Hoàng" userId="a944b55d-9fe9-452d-93f4-a6963ffcf8ad" providerId="ADAL" clId="{1851B711-B66C-4B23-A9B4-958E8850B774}" dt="2024-05-15T18:18:17.275" v="1206"/>
          <ac:spMkLst>
            <pc:docMk/>
            <pc:sldMk cId="2450843790" sldId="257"/>
            <ac:spMk id="3" creationId="{F1B0F8BF-0B9F-452C-BCB7-CFE0F0191D06}"/>
          </ac:spMkLst>
        </pc:spChg>
        <pc:spChg chg="add del mod">
          <ac:chgData name="Trương Nhật Hoàng" userId="a944b55d-9fe9-452d-93f4-a6963ffcf8ad" providerId="ADAL" clId="{1851B711-B66C-4B23-A9B4-958E8850B774}" dt="2024-05-15T16:14:06.868" v="9"/>
          <ac:spMkLst>
            <pc:docMk/>
            <pc:sldMk cId="2450843790" sldId="257"/>
            <ac:spMk id="4" creationId="{84BFACFA-463E-72F6-E5D9-CB84324A9D1B}"/>
          </ac:spMkLst>
        </pc:spChg>
        <pc:spChg chg="add mod">
          <ac:chgData name="Trương Nhật Hoàng" userId="a944b55d-9fe9-452d-93f4-a6963ffcf8ad" providerId="ADAL" clId="{1851B711-B66C-4B23-A9B4-958E8850B774}" dt="2024-05-15T18:18:17.275" v="1206"/>
          <ac:spMkLst>
            <pc:docMk/>
            <pc:sldMk cId="2450843790" sldId="257"/>
            <ac:spMk id="4" creationId="{EA980A5B-BE36-E6E4-8203-5422C154374F}"/>
          </ac:spMkLst>
        </pc:spChg>
        <pc:spChg chg="add del mod">
          <ac:chgData name="Trương Nhật Hoàng" userId="a944b55d-9fe9-452d-93f4-a6963ffcf8ad" providerId="ADAL" clId="{1851B711-B66C-4B23-A9B4-958E8850B774}" dt="2024-05-15T16:58:56.838" v="22" actId="478"/>
          <ac:spMkLst>
            <pc:docMk/>
            <pc:sldMk cId="2450843790" sldId="257"/>
            <ac:spMk id="5" creationId="{009E8322-2D61-45C0-8B04-958E2FAF4C00}"/>
          </ac:spMkLst>
        </pc:spChg>
        <pc:spChg chg="add mod">
          <ac:chgData name="Trương Nhật Hoàng" userId="a944b55d-9fe9-452d-93f4-a6963ffcf8ad" providerId="ADAL" clId="{1851B711-B66C-4B23-A9B4-958E8850B774}" dt="2024-05-15T18:18:17.275" v="1206"/>
          <ac:spMkLst>
            <pc:docMk/>
            <pc:sldMk cId="2450843790" sldId="257"/>
            <ac:spMk id="5" creationId="{0AEC9E2A-B215-53D8-4C4B-C42D7530DB32}"/>
          </ac:spMkLst>
        </pc:spChg>
        <pc:spChg chg="add del mod">
          <ac:chgData name="Trương Nhật Hoàng" userId="a944b55d-9fe9-452d-93f4-a6963ffcf8ad" providerId="ADAL" clId="{1851B711-B66C-4B23-A9B4-958E8850B774}" dt="2024-05-15T16:58:56.838" v="22" actId="478"/>
          <ac:spMkLst>
            <pc:docMk/>
            <pc:sldMk cId="2450843790" sldId="257"/>
            <ac:spMk id="6" creationId="{0B8E083E-8DA1-4BA9-2DE7-80605CFD547A}"/>
          </ac:spMkLst>
        </pc:spChg>
        <pc:spChg chg="add mod">
          <ac:chgData name="Trương Nhật Hoàng" userId="a944b55d-9fe9-452d-93f4-a6963ffcf8ad" providerId="ADAL" clId="{1851B711-B66C-4B23-A9B4-958E8850B774}" dt="2024-05-15T18:18:17.275" v="1206"/>
          <ac:spMkLst>
            <pc:docMk/>
            <pc:sldMk cId="2450843790" sldId="257"/>
            <ac:spMk id="6" creationId="{6F6D9D99-1896-5780-D352-0732B53AAB91}"/>
          </ac:spMkLst>
        </pc:spChg>
        <pc:spChg chg="add del mod">
          <ac:chgData name="Trương Nhật Hoàng" userId="a944b55d-9fe9-452d-93f4-a6963ffcf8ad" providerId="ADAL" clId="{1851B711-B66C-4B23-A9B4-958E8850B774}" dt="2024-05-15T16:58:56.838" v="22" actId="478"/>
          <ac:spMkLst>
            <pc:docMk/>
            <pc:sldMk cId="2450843790" sldId="257"/>
            <ac:spMk id="7" creationId="{1E6E0EBB-6A1D-1E72-ECD3-46031DA0058B}"/>
          </ac:spMkLst>
        </pc:spChg>
        <pc:spChg chg="add mod">
          <ac:chgData name="Trương Nhật Hoàng" userId="a944b55d-9fe9-452d-93f4-a6963ffcf8ad" providerId="ADAL" clId="{1851B711-B66C-4B23-A9B4-958E8850B774}" dt="2024-05-15T18:18:17.275" v="1206"/>
          <ac:spMkLst>
            <pc:docMk/>
            <pc:sldMk cId="2450843790" sldId="257"/>
            <ac:spMk id="7" creationId="{C3A6415C-6DA2-FEE5-6346-C40669D4376C}"/>
          </ac:spMkLst>
        </pc:spChg>
        <pc:spChg chg="add mod">
          <ac:chgData name="Trương Nhật Hoàng" userId="a944b55d-9fe9-452d-93f4-a6963ffcf8ad" providerId="ADAL" clId="{1851B711-B66C-4B23-A9B4-958E8850B774}" dt="2024-05-15T18:18:17.275" v="1206"/>
          <ac:spMkLst>
            <pc:docMk/>
            <pc:sldMk cId="2450843790" sldId="257"/>
            <ac:spMk id="8" creationId="{BA78DBF3-113F-1BBC-D1F4-0A0F5ABB63CD}"/>
          </ac:spMkLst>
        </pc:spChg>
        <pc:spChg chg="add del mod">
          <ac:chgData name="Trương Nhật Hoàng" userId="a944b55d-9fe9-452d-93f4-a6963ffcf8ad" providerId="ADAL" clId="{1851B711-B66C-4B23-A9B4-958E8850B774}" dt="2024-05-15T16:58:56.838" v="22" actId="478"/>
          <ac:spMkLst>
            <pc:docMk/>
            <pc:sldMk cId="2450843790" sldId="257"/>
            <ac:spMk id="8" creationId="{F4AEB10D-A5BF-69F7-924B-C7D675FF8C69}"/>
          </ac:spMkLst>
        </pc:spChg>
        <pc:spChg chg="add del mod">
          <ac:chgData name="Trương Nhật Hoàng" userId="a944b55d-9fe9-452d-93f4-a6963ffcf8ad" providerId="ADAL" clId="{1851B711-B66C-4B23-A9B4-958E8850B774}" dt="2024-05-15T16:58:56.838" v="22" actId="478"/>
          <ac:spMkLst>
            <pc:docMk/>
            <pc:sldMk cId="2450843790" sldId="257"/>
            <ac:spMk id="9" creationId="{A2129FB7-8BA3-8988-F87C-8E51BC39403B}"/>
          </ac:spMkLst>
        </pc:spChg>
        <pc:spChg chg="add mod">
          <ac:chgData name="Trương Nhật Hoàng" userId="a944b55d-9fe9-452d-93f4-a6963ffcf8ad" providerId="ADAL" clId="{1851B711-B66C-4B23-A9B4-958E8850B774}" dt="2024-05-15T18:18:17.275" v="1206"/>
          <ac:spMkLst>
            <pc:docMk/>
            <pc:sldMk cId="2450843790" sldId="257"/>
            <ac:spMk id="9" creationId="{EBE2D33E-54BA-A7FF-BA21-B8ED63C3D99C}"/>
          </ac:spMkLst>
        </pc:spChg>
        <pc:spChg chg="add mod">
          <ac:chgData name="Trương Nhật Hoàng" userId="a944b55d-9fe9-452d-93f4-a6963ffcf8ad" providerId="ADAL" clId="{1851B711-B66C-4B23-A9B4-958E8850B774}" dt="2024-05-15T18:18:17.275" v="1206"/>
          <ac:spMkLst>
            <pc:docMk/>
            <pc:sldMk cId="2450843790" sldId="257"/>
            <ac:spMk id="10" creationId="{2BD05D4A-B823-ADA7-63F3-8A71A292396F}"/>
          </ac:spMkLst>
        </pc:spChg>
        <pc:spChg chg="add del mod">
          <ac:chgData name="Trương Nhật Hoàng" userId="a944b55d-9fe9-452d-93f4-a6963ffcf8ad" providerId="ADAL" clId="{1851B711-B66C-4B23-A9B4-958E8850B774}" dt="2024-05-15T16:58:56.838" v="22" actId="478"/>
          <ac:spMkLst>
            <pc:docMk/>
            <pc:sldMk cId="2450843790" sldId="257"/>
            <ac:spMk id="11" creationId="{368F4D79-41C2-3861-CB86-0AD06EA0F3AD}"/>
          </ac:spMkLst>
        </pc:spChg>
        <pc:spChg chg="add mod">
          <ac:chgData name="Trương Nhật Hoàng" userId="a944b55d-9fe9-452d-93f4-a6963ffcf8ad" providerId="ADAL" clId="{1851B711-B66C-4B23-A9B4-958E8850B774}" dt="2024-05-15T18:18:17.275" v="1206"/>
          <ac:spMkLst>
            <pc:docMk/>
            <pc:sldMk cId="2450843790" sldId="257"/>
            <ac:spMk id="11" creationId="{5D1937AC-827B-ACC2-5A4D-4D0B1662FA3D}"/>
          </ac:spMkLst>
        </pc:spChg>
        <pc:spChg chg="add del mod">
          <ac:chgData name="Trương Nhật Hoàng" userId="a944b55d-9fe9-452d-93f4-a6963ffcf8ad" providerId="ADAL" clId="{1851B711-B66C-4B23-A9B4-958E8850B774}" dt="2024-05-15T16:58:56.838" v="22" actId="478"/>
          <ac:spMkLst>
            <pc:docMk/>
            <pc:sldMk cId="2450843790" sldId="257"/>
            <ac:spMk id="12" creationId="{0C934FE1-EE24-ACE5-DA68-B93DDA277342}"/>
          </ac:spMkLst>
        </pc:spChg>
        <pc:spChg chg="add mod">
          <ac:chgData name="Trương Nhật Hoàng" userId="a944b55d-9fe9-452d-93f4-a6963ffcf8ad" providerId="ADAL" clId="{1851B711-B66C-4B23-A9B4-958E8850B774}" dt="2024-05-15T18:18:29.119" v="1311" actId="1038"/>
          <ac:spMkLst>
            <pc:docMk/>
            <pc:sldMk cId="2450843790" sldId="257"/>
            <ac:spMk id="12" creationId="{295707E0-FA20-2380-EA89-E6F11F6FDD58}"/>
          </ac:spMkLst>
        </pc:spChg>
        <pc:spChg chg="add mod">
          <ac:chgData name="Trương Nhật Hoàng" userId="a944b55d-9fe9-452d-93f4-a6963ffcf8ad" providerId="ADAL" clId="{1851B711-B66C-4B23-A9B4-958E8850B774}" dt="2024-05-15T18:18:29.119" v="1311" actId="1038"/>
          <ac:spMkLst>
            <pc:docMk/>
            <pc:sldMk cId="2450843790" sldId="257"/>
            <ac:spMk id="13" creationId="{850A8A86-58BE-2158-E36B-F8906B292309}"/>
          </ac:spMkLst>
        </pc:spChg>
        <pc:spChg chg="add mod">
          <ac:chgData name="Trương Nhật Hoàng" userId="a944b55d-9fe9-452d-93f4-a6963ffcf8ad" providerId="ADAL" clId="{1851B711-B66C-4B23-A9B4-958E8850B774}" dt="2024-05-15T18:18:29.119" v="1311" actId="1038"/>
          <ac:spMkLst>
            <pc:docMk/>
            <pc:sldMk cId="2450843790" sldId="257"/>
            <ac:spMk id="14" creationId="{9FED0510-A6C0-28B1-B9E6-F206E410EAC7}"/>
          </ac:spMkLst>
        </pc:spChg>
        <pc:spChg chg="add mod">
          <ac:chgData name="Trương Nhật Hoàng" userId="a944b55d-9fe9-452d-93f4-a6963ffcf8ad" providerId="ADAL" clId="{1851B711-B66C-4B23-A9B4-958E8850B774}" dt="2024-05-15T18:18:29.119" v="1311" actId="1038"/>
          <ac:spMkLst>
            <pc:docMk/>
            <pc:sldMk cId="2450843790" sldId="257"/>
            <ac:spMk id="15" creationId="{F5528371-77D9-3AB7-AF04-F5D17FB07DA7}"/>
          </ac:spMkLst>
        </pc:spChg>
        <pc:spChg chg="add mod">
          <ac:chgData name="Trương Nhật Hoàng" userId="a944b55d-9fe9-452d-93f4-a6963ffcf8ad" providerId="ADAL" clId="{1851B711-B66C-4B23-A9B4-958E8850B774}" dt="2024-05-15T18:18:29.119" v="1311" actId="1038"/>
          <ac:spMkLst>
            <pc:docMk/>
            <pc:sldMk cId="2450843790" sldId="257"/>
            <ac:spMk id="16" creationId="{03686DF8-39CC-B5CC-D3A4-608E3464F0EA}"/>
          </ac:spMkLst>
        </pc:spChg>
        <pc:spChg chg="add mod">
          <ac:chgData name="Trương Nhật Hoàng" userId="a944b55d-9fe9-452d-93f4-a6963ffcf8ad" providerId="ADAL" clId="{1851B711-B66C-4B23-A9B4-958E8850B774}" dt="2024-05-15T18:18:29.119" v="1311" actId="1038"/>
          <ac:spMkLst>
            <pc:docMk/>
            <pc:sldMk cId="2450843790" sldId="257"/>
            <ac:spMk id="17" creationId="{73BC10A3-3EBA-19F7-A0AC-182CEE90EEA0}"/>
          </ac:spMkLst>
        </pc:spChg>
        <pc:spChg chg="add mod">
          <ac:chgData name="Trương Nhật Hoàng" userId="a944b55d-9fe9-452d-93f4-a6963ffcf8ad" providerId="ADAL" clId="{1851B711-B66C-4B23-A9B4-958E8850B774}" dt="2024-05-15T18:18:29.119" v="1311" actId="1038"/>
          <ac:spMkLst>
            <pc:docMk/>
            <pc:sldMk cId="2450843790" sldId="257"/>
            <ac:spMk id="18" creationId="{395F49FD-2DA2-E021-DB47-17E9949AD319}"/>
          </ac:spMkLst>
        </pc:spChg>
        <pc:spChg chg="add del mod">
          <ac:chgData name="Trương Nhật Hoàng" userId="a944b55d-9fe9-452d-93f4-a6963ffcf8ad" providerId="ADAL" clId="{1851B711-B66C-4B23-A9B4-958E8850B774}" dt="2024-05-15T16:58:56.838" v="22" actId="478"/>
          <ac:spMkLst>
            <pc:docMk/>
            <pc:sldMk cId="2450843790" sldId="257"/>
            <ac:spMk id="19" creationId="{658332C6-E25F-570A-D35E-198473388342}"/>
          </ac:spMkLst>
        </pc:spChg>
        <pc:spChg chg="add mod">
          <ac:chgData name="Trương Nhật Hoàng" userId="a944b55d-9fe9-452d-93f4-a6963ffcf8ad" providerId="ADAL" clId="{1851B711-B66C-4B23-A9B4-958E8850B774}" dt="2024-05-15T18:18:29.119" v="1311" actId="1038"/>
          <ac:spMkLst>
            <pc:docMk/>
            <pc:sldMk cId="2450843790" sldId="257"/>
            <ac:spMk id="19" creationId="{CD9FE1F4-64B2-A907-4E6B-06C2B2A22260}"/>
          </ac:spMkLst>
        </pc:spChg>
        <pc:spChg chg="add del mod">
          <ac:chgData name="Trương Nhật Hoàng" userId="a944b55d-9fe9-452d-93f4-a6963ffcf8ad" providerId="ADAL" clId="{1851B711-B66C-4B23-A9B4-958E8850B774}" dt="2024-05-15T16:58:56.838" v="22" actId="478"/>
          <ac:spMkLst>
            <pc:docMk/>
            <pc:sldMk cId="2450843790" sldId="257"/>
            <ac:spMk id="20" creationId="{0F0605EA-2FF3-94EA-CBD4-D5DDBBCB3A15}"/>
          </ac:spMkLst>
        </pc:spChg>
        <pc:spChg chg="add mod">
          <ac:chgData name="Trương Nhật Hoàng" userId="a944b55d-9fe9-452d-93f4-a6963ffcf8ad" providerId="ADAL" clId="{1851B711-B66C-4B23-A9B4-958E8850B774}" dt="2024-05-15T18:18:29.119" v="1311" actId="1038"/>
          <ac:spMkLst>
            <pc:docMk/>
            <pc:sldMk cId="2450843790" sldId="257"/>
            <ac:spMk id="20" creationId="{A0EBDC20-0DDC-2E6E-55EB-641EFF922894}"/>
          </ac:spMkLst>
        </pc:spChg>
        <pc:spChg chg="add mod">
          <ac:chgData name="Trương Nhật Hoàng" userId="a944b55d-9fe9-452d-93f4-a6963ffcf8ad" providerId="ADAL" clId="{1851B711-B66C-4B23-A9B4-958E8850B774}" dt="2024-05-15T18:18:29.119" v="1311" actId="1038"/>
          <ac:spMkLst>
            <pc:docMk/>
            <pc:sldMk cId="2450843790" sldId="257"/>
            <ac:spMk id="21" creationId="{70FFE4E6-184A-CB20-43AC-D19BB8A766A9}"/>
          </ac:spMkLst>
        </pc:spChg>
        <pc:spChg chg="add del mod">
          <ac:chgData name="Trương Nhật Hoàng" userId="a944b55d-9fe9-452d-93f4-a6963ffcf8ad" providerId="ADAL" clId="{1851B711-B66C-4B23-A9B4-958E8850B774}" dt="2024-05-15T16:58:56.838" v="22" actId="478"/>
          <ac:spMkLst>
            <pc:docMk/>
            <pc:sldMk cId="2450843790" sldId="257"/>
            <ac:spMk id="21" creationId="{7718F7F6-0968-AD1C-2E57-BDD2E23BFA07}"/>
          </ac:spMkLst>
        </pc:spChg>
        <pc:spChg chg="add del">
          <ac:chgData name="Trương Nhật Hoàng" userId="a944b55d-9fe9-452d-93f4-a6963ffcf8ad" providerId="ADAL" clId="{1851B711-B66C-4B23-A9B4-958E8850B774}" dt="2024-05-15T16:58:56.838" v="22" actId="478"/>
          <ac:spMkLst>
            <pc:docMk/>
            <pc:sldMk cId="2450843790" sldId="257"/>
            <ac:spMk id="23" creationId="{5CF412E2-8097-B88A-281F-38481D95403F}"/>
          </ac:spMkLst>
        </pc:spChg>
        <pc:spChg chg="add del">
          <ac:chgData name="Trương Nhật Hoàng" userId="a944b55d-9fe9-452d-93f4-a6963ffcf8ad" providerId="ADAL" clId="{1851B711-B66C-4B23-A9B4-958E8850B774}" dt="2024-05-15T16:58:56.838" v="22" actId="478"/>
          <ac:spMkLst>
            <pc:docMk/>
            <pc:sldMk cId="2450843790" sldId="257"/>
            <ac:spMk id="25" creationId="{B79A5746-9D78-9C75-1678-9E27D7DA7456}"/>
          </ac:spMkLst>
        </pc:spChg>
        <pc:spChg chg="add del">
          <ac:chgData name="Trương Nhật Hoàng" userId="a944b55d-9fe9-452d-93f4-a6963ffcf8ad" providerId="ADAL" clId="{1851B711-B66C-4B23-A9B4-958E8850B774}" dt="2024-05-15T16:58:56.838" v="22" actId="478"/>
          <ac:spMkLst>
            <pc:docMk/>
            <pc:sldMk cId="2450843790" sldId="257"/>
            <ac:spMk id="27" creationId="{15933476-80BA-FC8E-9E66-DEBEA9B628E0}"/>
          </ac:spMkLst>
        </pc:spChg>
        <pc:spChg chg="mod">
          <ac:chgData name="Trương Nhật Hoàng" userId="a944b55d-9fe9-452d-93f4-a6963ffcf8ad" providerId="ADAL" clId="{1851B711-B66C-4B23-A9B4-958E8850B774}" dt="2024-05-15T18:15:37.694" v="1202" actId="1076"/>
          <ac:spMkLst>
            <pc:docMk/>
            <pc:sldMk cId="2450843790" sldId="257"/>
            <ac:spMk id="119" creationId="{A73BE0BC-7333-BF5B-5BE9-FA74839BE3F9}"/>
          </ac:spMkLst>
        </pc:spChg>
        <pc:picChg chg="add del mod">
          <ac:chgData name="Trương Nhật Hoàng" userId="a944b55d-9fe9-452d-93f4-a6963ffcf8ad" providerId="ADAL" clId="{1851B711-B66C-4B23-A9B4-958E8850B774}" dt="2024-05-15T16:55:59.310" v="21" actId="478"/>
          <ac:picMkLst>
            <pc:docMk/>
            <pc:sldMk cId="2450843790" sldId="257"/>
            <ac:picMk id="29" creationId="{643DFC11-82F5-17FF-0AC8-9016450B67AD}"/>
          </ac:picMkLst>
        </pc:picChg>
        <pc:picChg chg="add mod">
          <ac:chgData name="Trương Nhật Hoàng" userId="a944b55d-9fe9-452d-93f4-a6963ffcf8ad" providerId="ADAL" clId="{1851B711-B66C-4B23-A9B4-958E8850B774}" dt="2024-05-15T17:07:41.379" v="28" actId="1076"/>
          <ac:picMkLst>
            <pc:docMk/>
            <pc:sldMk cId="2450843790" sldId="257"/>
            <ac:picMk id="31" creationId="{F19CE369-94D1-8CE9-C37D-A699824EF191}"/>
          </ac:picMkLst>
        </pc:picChg>
        <pc:cxnChg chg="add del mod">
          <ac:chgData name="Trương Nhật Hoàng" userId="a944b55d-9fe9-452d-93f4-a6963ffcf8ad" providerId="ADAL" clId="{1851B711-B66C-4B23-A9B4-958E8850B774}" dt="2024-05-15T16:58:56.838" v="22" actId="478"/>
          <ac:cxnSpMkLst>
            <pc:docMk/>
            <pc:sldMk cId="2450843790" sldId="257"/>
            <ac:cxnSpMk id="10" creationId="{E1CEA86B-F0DB-0B1D-7564-4D300B2BD23B}"/>
          </ac:cxnSpMkLst>
        </pc:cxnChg>
        <pc:cxnChg chg="add del mod">
          <ac:chgData name="Trương Nhật Hoàng" userId="a944b55d-9fe9-452d-93f4-a6963ffcf8ad" providerId="ADAL" clId="{1851B711-B66C-4B23-A9B4-958E8850B774}" dt="2024-05-15T16:58:56.838" v="22" actId="478"/>
          <ac:cxnSpMkLst>
            <pc:docMk/>
            <pc:sldMk cId="2450843790" sldId="257"/>
            <ac:cxnSpMk id="13" creationId="{08EB400B-10C3-76CE-7E55-1DD130103661}"/>
          </ac:cxnSpMkLst>
        </pc:cxnChg>
        <pc:cxnChg chg="add del mod">
          <ac:chgData name="Trương Nhật Hoàng" userId="a944b55d-9fe9-452d-93f4-a6963ffcf8ad" providerId="ADAL" clId="{1851B711-B66C-4B23-A9B4-958E8850B774}" dt="2024-05-15T16:58:56.838" v="22" actId="478"/>
          <ac:cxnSpMkLst>
            <pc:docMk/>
            <pc:sldMk cId="2450843790" sldId="257"/>
            <ac:cxnSpMk id="14" creationId="{C94940FE-C37A-701E-7812-2B94FB3D991E}"/>
          </ac:cxnSpMkLst>
        </pc:cxnChg>
        <pc:cxnChg chg="add del mod">
          <ac:chgData name="Trương Nhật Hoàng" userId="a944b55d-9fe9-452d-93f4-a6963ffcf8ad" providerId="ADAL" clId="{1851B711-B66C-4B23-A9B4-958E8850B774}" dt="2024-05-15T16:58:56.838" v="22" actId="478"/>
          <ac:cxnSpMkLst>
            <pc:docMk/>
            <pc:sldMk cId="2450843790" sldId="257"/>
            <ac:cxnSpMk id="15" creationId="{5ACAEB4E-B9BA-7EA1-0A63-5F185F921BB9}"/>
          </ac:cxnSpMkLst>
        </pc:cxnChg>
        <pc:cxnChg chg="add del mod">
          <ac:chgData name="Trương Nhật Hoàng" userId="a944b55d-9fe9-452d-93f4-a6963ffcf8ad" providerId="ADAL" clId="{1851B711-B66C-4B23-A9B4-958E8850B774}" dt="2024-05-15T16:58:56.838" v="22" actId="478"/>
          <ac:cxnSpMkLst>
            <pc:docMk/>
            <pc:sldMk cId="2450843790" sldId="257"/>
            <ac:cxnSpMk id="16" creationId="{0D06CEF2-28F2-A40B-3D39-D58DA25E5442}"/>
          </ac:cxnSpMkLst>
        </pc:cxnChg>
        <pc:cxnChg chg="add del mod">
          <ac:chgData name="Trương Nhật Hoàng" userId="a944b55d-9fe9-452d-93f4-a6963ffcf8ad" providerId="ADAL" clId="{1851B711-B66C-4B23-A9B4-958E8850B774}" dt="2024-05-15T16:58:56.838" v="22" actId="478"/>
          <ac:cxnSpMkLst>
            <pc:docMk/>
            <pc:sldMk cId="2450843790" sldId="257"/>
            <ac:cxnSpMk id="17" creationId="{A1BCF5AF-A169-4A86-54A2-3727994E19E6}"/>
          </ac:cxnSpMkLst>
        </pc:cxnChg>
        <pc:cxnChg chg="add del mod">
          <ac:chgData name="Trương Nhật Hoàng" userId="a944b55d-9fe9-452d-93f4-a6963ffcf8ad" providerId="ADAL" clId="{1851B711-B66C-4B23-A9B4-958E8850B774}" dt="2024-05-15T16:58:56.838" v="22" actId="478"/>
          <ac:cxnSpMkLst>
            <pc:docMk/>
            <pc:sldMk cId="2450843790" sldId="257"/>
            <ac:cxnSpMk id="18" creationId="{B9AB9B78-80D9-3340-D91C-6CEE48541DD7}"/>
          </ac:cxnSpMkLst>
        </pc:cxnChg>
      </pc:sldChg>
      <pc:sldChg chg="new del">
        <pc:chgData name="Trương Nhật Hoàng" userId="a944b55d-9fe9-452d-93f4-a6963ffcf8ad" providerId="ADAL" clId="{1851B711-B66C-4B23-A9B4-958E8850B774}" dt="2024-05-15T16:13:44.559" v="5" actId="680"/>
        <pc:sldMkLst>
          <pc:docMk/>
          <pc:sldMk cId="3013849481" sldId="258"/>
        </pc:sldMkLst>
      </pc:sldChg>
      <pc:sldChg chg="delSp new mod">
        <pc:chgData name="Trương Nhật Hoàng" userId="a944b55d-9fe9-452d-93f4-a6963ffcf8ad" providerId="ADAL" clId="{1851B711-B66C-4B23-A9B4-958E8850B774}" dt="2024-05-15T16:16:15.898" v="12" actId="478"/>
        <pc:sldMkLst>
          <pc:docMk/>
          <pc:sldMk cId="287762721" sldId="259"/>
        </pc:sldMkLst>
        <pc:spChg chg="del">
          <ac:chgData name="Trương Nhật Hoàng" userId="a944b55d-9fe9-452d-93f4-a6963ffcf8ad" providerId="ADAL" clId="{1851B711-B66C-4B23-A9B4-958E8850B774}" dt="2024-05-15T16:16:13.889" v="11" actId="478"/>
          <ac:spMkLst>
            <pc:docMk/>
            <pc:sldMk cId="287762721" sldId="259"/>
            <ac:spMk id="2" creationId="{88E73AB4-1B6C-8E33-04A9-59FD162A59AE}"/>
          </ac:spMkLst>
        </pc:spChg>
        <pc:spChg chg="del">
          <ac:chgData name="Trương Nhật Hoàng" userId="a944b55d-9fe9-452d-93f4-a6963ffcf8ad" providerId="ADAL" clId="{1851B711-B66C-4B23-A9B4-958E8850B774}" dt="2024-05-15T16:16:15.898" v="12" actId="478"/>
          <ac:spMkLst>
            <pc:docMk/>
            <pc:sldMk cId="287762721" sldId="259"/>
            <ac:spMk id="3" creationId="{ECE825E0-FF45-0929-234A-751410A7A900}"/>
          </ac:spMkLst>
        </pc:spChg>
      </pc:sldChg>
      <pc:sldChg chg="addSp delSp modSp mod modAnim">
        <pc:chgData name="Trương Nhật Hoàng" userId="a944b55d-9fe9-452d-93f4-a6963ffcf8ad" providerId="ADAL" clId="{1851B711-B66C-4B23-A9B4-958E8850B774}" dt="2024-05-15T17:46:05.440" v="1199" actId="20577"/>
        <pc:sldMkLst>
          <pc:docMk/>
          <pc:sldMk cId="4011313235" sldId="260"/>
        </pc:sldMkLst>
        <pc:spChg chg="add mod">
          <ac:chgData name="Trương Nhật Hoàng" userId="a944b55d-9fe9-452d-93f4-a6963ffcf8ad" providerId="ADAL" clId="{1851B711-B66C-4B23-A9B4-958E8850B774}" dt="2024-05-15T17:39:05.021" v="646"/>
          <ac:spMkLst>
            <pc:docMk/>
            <pc:sldMk cId="4011313235" sldId="260"/>
            <ac:spMk id="2" creationId="{86EC927B-EC59-9C2D-88CB-86F21095C3B0}"/>
          </ac:spMkLst>
        </pc:spChg>
        <pc:spChg chg="add mod">
          <ac:chgData name="Trương Nhật Hoàng" userId="a944b55d-9fe9-452d-93f4-a6963ffcf8ad" providerId="ADAL" clId="{1851B711-B66C-4B23-A9B4-958E8850B774}" dt="2024-05-15T17:46:05.440" v="1199" actId="20577"/>
          <ac:spMkLst>
            <pc:docMk/>
            <pc:sldMk cId="4011313235" sldId="260"/>
            <ac:spMk id="3" creationId="{00417016-25A4-BDC1-4854-02C79712DECB}"/>
          </ac:spMkLst>
        </pc:spChg>
        <pc:spChg chg="add del mod">
          <ac:chgData name="Trương Nhật Hoàng" userId="a944b55d-9fe9-452d-93f4-a6963ffcf8ad" providerId="ADAL" clId="{1851B711-B66C-4B23-A9B4-958E8850B774}" dt="2024-05-15T17:39:00.009" v="645" actId="1076"/>
          <ac:spMkLst>
            <pc:docMk/>
            <pc:sldMk cId="4011313235" sldId="260"/>
            <ac:spMk id="5" creationId="{7741EAA8-6EBC-CA32-18B7-4F1FFB0D9F37}"/>
          </ac:spMkLst>
        </pc:spChg>
        <pc:spChg chg="add mod">
          <ac:chgData name="Trương Nhật Hoàng" userId="a944b55d-9fe9-452d-93f4-a6963ffcf8ad" providerId="ADAL" clId="{1851B711-B66C-4B23-A9B4-958E8850B774}" dt="2024-05-15T17:45:57.421" v="1196" actId="6549"/>
          <ac:spMkLst>
            <pc:docMk/>
            <pc:sldMk cId="4011313235" sldId="260"/>
            <ac:spMk id="8" creationId="{9556884C-592C-CBCE-2399-8360FB1D1415}"/>
          </ac:spMkLst>
        </pc:spChg>
        <pc:spChg chg="mod">
          <ac:chgData name="Trương Nhật Hoàng" userId="a944b55d-9fe9-452d-93f4-a6963ffcf8ad" providerId="ADAL" clId="{1851B711-B66C-4B23-A9B4-958E8850B774}" dt="2024-05-15T17:40:49.215" v="957" actId="1076"/>
          <ac:spMkLst>
            <pc:docMk/>
            <pc:sldMk cId="4011313235" sldId="260"/>
            <ac:spMk id="13" creationId="{048047D5-E60E-A395-185C-DED2338FFA11}"/>
          </ac:spMkLst>
        </pc:spChg>
      </pc:sldChg>
      <pc:sldChg chg="addSp delSp modSp mod">
        <pc:chgData name="Trương Nhật Hoàng" userId="a944b55d-9fe9-452d-93f4-a6963ffcf8ad" providerId="ADAL" clId="{1851B711-B66C-4B23-A9B4-958E8850B774}" dt="2024-05-15T18:00:02.709" v="1200" actId="1076"/>
        <pc:sldMkLst>
          <pc:docMk/>
          <pc:sldMk cId="2888953668" sldId="262"/>
        </pc:sldMkLst>
        <pc:spChg chg="add del mod">
          <ac:chgData name="Trương Nhật Hoàng" userId="a944b55d-9fe9-452d-93f4-a6963ffcf8ad" providerId="ADAL" clId="{1851B711-B66C-4B23-A9B4-958E8850B774}" dt="2024-05-15T17:12:56.647" v="30" actId="478"/>
          <ac:spMkLst>
            <pc:docMk/>
            <pc:sldMk cId="2888953668" sldId="262"/>
            <ac:spMk id="4" creationId="{981573B7-3526-E125-AA1D-F050E6BF07DA}"/>
          </ac:spMkLst>
        </pc:spChg>
        <pc:grpChg chg="mod">
          <ac:chgData name="Trương Nhật Hoàng" userId="a944b55d-9fe9-452d-93f4-a6963ffcf8ad" providerId="ADAL" clId="{1851B711-B66C-4B23-A9B4-958E8850B774}" dt="2024-05-15T18:00:02.709" v="1200" actId="1076"/>
          <ac:grpSpMkLst>
            <pc:docMk/>
            <pc:sldMk cId="2888953668" sldId="262"/>
            <ac:grpSpMk id="7" creationId="{6F71A0AB-6BAA-0796-47EC-7EDF1B756007}"/>
          </ac:grpSpMkLst>
        </pc:grpChg>
      </pc:sldChg>
      <pc:sldChg chg="new del">
        <pc:chgData name="Trương Nhật Hoàng" userId="a944b55d-9fe9-452d-93f4-a6963ffcf8ad" providerId="ADAL" clId="{1851B711-B66C-4B23-A9B4-958E8850B774}" dt="2024-05-15T17:41:55.961" v="965" actId="680"/>
        <pc:sldMkLst>
          <pc:docMk/>
          <pc:sldMk cId="1150811278" sldId="265"/>
        </pc:sldMkLst>
      </pc:sldChg>
      <pc:sldChg chg="addSp modSp mod">
        <pc:chgData name="Trương Nhật Hoàng" userId="a944b55d-9fe9-452d-93f4-a6963ffcf8ad" providerId="ADAL" clId="{1851B711-B66C-4B23-A9B4-958E8850B774}" dt="2024-05-15T18:51:55.033" v="1520" actId="1076"/>
        <pc:sldMkLst>
          <pc:docMk/>
          <pc:sldMk cId="1777920325" sldId="267"/>
        </pc:sldMkLst>
        <pc:spChg chg="mod">
          <ac:chgData name="Trương Nhật Hoàng" userId="a944b55d-9fe9-452d-93f4-a6963ffcf8ad" providerId="ADAL" clId="{1851B711-B66C-4B23-A9B4-958E8850B774}" dt="2024-05-15T18:49:37.375" v="1505" actId="1076"/>
          <ac:spMkLst>
            <pc:docMk/>
            <pc:sldMk cId="1777920325" sldId="267"/>
            <ac:spMk id="2" creationId="{EBEA86CC-7A6B-4109-A390-D7B0117D4D49}"/>
          </ac:spMkLst>
        </pc:spChg>
        <pc:spChg chg="add mod">
          <ac:chgData name="Trương Nhật Hoàng" userId="a944b55d-9fe9-452d-93f4-a6963ffcf8ad" providerId="ADAL" clId="{1851B711-B66C-4B23-A9B4-958E8850B774}" dt="2024-05-15T18:50:35.266" v="1518" actId="14100"/>
          <ac:spMkLst>
            <pc:docMk/>
            <pc:sldMk cId="1777920325" sldId="267"/>
            <ac:spMk id="5" creationId="{8C451379-F402-75C5-1FCA-507A2258604A}"/>
          </ac:spMkLst>
        </pc:spChg>
        <pc:picChg chg="mod">
          <ac:chgData name="Trương Nhật Hoàng" userId="a944b55d-9fe9-452d-93f4-a6963ffcf8ad" providerId="ADAL" clId="{1851B711-B66C-4B23-A9B4-958E8850B774}" dt="2024-05-15T18:51:55.033" v="1520" actId="1076"/>
          <ac:picMkLst>
            <pc:docMk/>
            <pc:sldMk cId="1777920325" sldId="267"/>
            <ac:picMk id="4" creationId="{C6A38BDA-BF55-D77D-D8BD-3EC375E7B7AD}"/>
          </ac:picMkLst>
        </pc:picChg>
      </pc:sldChg>
      <pc:sldChg chg="addSp delSp modSp mod modAnim">
        <pc:chgData name="Trương Nhật Hoàng" userId="a944b55d-9fe9-452d-93f4-a6963ffcf8ad" providerId="ADAL" clId="{1851B711-B66C-4B23-A9B4-958E8850B774}" dt="2024-05-15T18:44:52.906" v="1464"/>
        <pc:sldMkLst>
          <pc:docMk/>
          <pc:sldMk cId="2584139160" sldId="268"/>
        </pc:sldMkLst>
        <pc:spChg chg="mod">
          <ac:chgData name="Trương Nhật Hoàng" userId="a944b55d-9fe9-452d-93f4-a6963ffcf8ad" providerId="ADAL" clId="{1851B711-B66C-4B23-A9B4-958E8850B774}" dt="2024-05-15T18:38:07.624" v="1442" actId="208"/>
          <ac:spMkLst>
            <pc:docMk/>
            <pc:sldMk cId="2584139160" sldId="268"/>
            <ac:spMk id="4" creationId="{AA6F0632-FAE0-C9AB-9EC9-4D704676B6F7}"/>
          </ac:spMkLst>
        </pc:spChg>
        <pc:spChg chg="mod">
          <ac:chgData name="Trương Nhật Hoàng" userId="a944b55d-9fe9-452d-93f4-a6963ffcf8ad" providerId="ADAL" clId="{1851B711-B66C-4B23-A9B4-958E8850B774}" dt="2024-05-15T18:38:07.624" v="1442" actId="208"/>
          <ac:spMkLst>
            <pc:docMk/>
            <pc:sldMk cId="2584139160" sldId="268"/>
            <ac:spMk id="5" creationId="{374BE02D-8B37-79AA-B4FF-2262CA569DDF}"/>
          </ac:spMkLst>
        </pc:spChg>
        <pc:spChg chg="mod">
          <ac:chgData name="Trương Nhật Hoàng" userId="a944b55d-9fe9-452d-93f4-a6963ffcf8ad" providerId="ADAL" clId="{1851B711-B66C-4B23-A9B4-958E8850B774}" dt="2024-05-15T18:38:07.624" v="1442" actId="208"/>
          <ac:spMkLst>
            <pc:docMk/>
            <pc:sldMk cId="2584139160" sldId="268"/>
            <ac:spMk id="6" creationId="{F86121DA-394B-AF4E-BFB2-A23C93420AB3}"/>
          </ac:spMkLst>
        </pc:spChg>
        <pc:spChg chg="mod">
          <ac:chgData name="Trương Nhật Hoàng" userId="a944b55d-9fe9-452d-93f4-a6963ffcf8ad" providerId="ADAL" clId="{1851B711-B66C-4B23-A9B4-958E8850B774}" dt="2024-05-15T18:38:07.624" v="1442" actId="208"/>
          <ac:spMkLst>
            <pc:docMk/>
            <pc:sldMk cId="2584139160" sldId="268"/>
            <ac:spMk id="7" creationId="{0B267F80-15BE-F6CA-FD60-87CC023578E1}"/>
          </ac:spMkLst>
        </pc:spChg>
        <pc:spChg chg="mod">
          <ac:chgData name="Trương Nhật Hoàng" userId="a944b55d-9fe9-452d-93f4-a6963ffcf8ad" providerId="ADAL" clId="{1851B711-B66C-4B23-A9B4-958E8850B774}" dt="2024-05-15T18:38:07.624" v="1442" actId="208"/>
          <ac:spMkLst>
            <pc:docMk/>
            <pc:sldMk cId="2584139160" sldId="268"/>
            <ac:spMk id="8" creationId="{8004522C-B468-AB96-B2BE-EF08B03EEA05}"/>
          </ac:spMkLst>
        </pc:spChg>
        <pc:spChg chg="mod">
          <ac:chgData name="Trương Nhật Hoàng" userId="a944b55d-9fe9-452d-93f4-a6963ffcf8ad" providerId="ADAL" clId="{1851B711-B66C-4B23-A9B4-958E8850B774}" dt="2024-05-15T18:38:07.624" v="1442" actId="208"/>
          <ac:spMkLst>
            <pc:docMk/>
            <pc:sldMk cId="2584139160" sldId="268"/>
            <ac:spMk id="9" creationId="{B4D2DEE7-7A9E-B6BA-A663-ACC3EAE96C86}"/>
          </ac:spMkLst>
        </pc:spChg>
        <pc:spChg chg="mod">
          <ac:chgData name="Trương Nhật Hoàng" userId="a944b55d-9fe9-452d-93f4-a6963ffcf8ad" providerId="ADAL" clId="{1851B711-B66C-4B23-A9B4-958E8850B774}" dt="2024-05-15T18:34:09.365" v="1426" actId="14100"/>
          <ac:spMkLst>
            <pc:docMk/>
            <pc:sldMk cId="2584139160" sldId="268"/>
            <ac:spMk id="12" creationId="{85F82FA6-1661-AECF-C38D-0D8214031BFB}"/>
          </ac:spMkLst>
        </pc:spChg>
        <pc:spChg chg="add del mod">
          <ac:chgData name="Trương Nhật Hoàng" userId="a944b55d-9fe9-452d-93f4-a6963ffcf8ad" providerId="ADAL" clId="{1851B711-B66C-4B23-A9B4-958E8850B774}" dt="2024-05-15T18:44:05.643" v="1460" actId="6549"/>
          <ac:spMkLst>
            <pc:docMk/>
            <pc:sldMk cId="2584139160" sldId="268"/>
            <ac:spMk id="14" creationId="{F326D404-F207-7123-E56C-2F81300B3607}"/>
          </ac:spMkLst>
        </pc:spChg>
        <pc:spChg chg="mod">
          <ac:chgData name="Trương Nhật Hoàng" userId="a944b55d-9fe9-452d-93f4-a6963ffcf8ad" providerId="ADAL" clId="{1851B711-B66C-4B23-A9B4-958E8850B774}" dt="2024-05-15T18:33:31.239" v="1425" actId="14100"/>
          <ac:spMkLst>
            <pc:docMk/>
            <pc:sldMk cId="2584139160" sldId="268"/>
            <ac:spMk id="30" creationId="{48BC5EA0-B310-8AF1-6E24-D4F013299A80}"/>
          </ac:spMkLst>
        </pc:spChg>
        <pc:spChg chg="mod">
          <ac:chgData name="Trương Nhật Hoàng" userId="a944b55d-9fe9-452d-93f4-a6963ffcf8ad" providerId="ADAL" clId="{1851B711-B66C-4B23-A9B4-958E8850B774}" dt="2024-05-15T18:32:19.463" v="1424" actId="20577"/>
          <ac:spMkLst>
            <pc:docMk/>
            <pc:sldMk cId="2584139160" sldId="268"/>
            <ac:spMk id="33" creationId="{6948B67E-489A-B04C-A884-582433617C15}"/>
          </ac:spMkLst>
        </pc:spChg>
        <pc:cxnChg chg="add del mod">
          <ac:chgData name="Trương Nhật Hoàng" userId="a944b55d-9fe9-452d-93f4-a6963ffcf8ad" providerId="ADAL" clId="{1851B711-B66C-4B23-A9B4-958E8850B774}" dt="2024-05-15T18:34:21.524" v="1428" actId="11529"/>
          <ac:cxnSpMkLst>
            <pc:docMk/>
            <pc:sldMk cId="2584139160" sldId="268"/>
            <ac:cxnSpMk id="35" creationId="{509816B3-E7A0-394D-219E-3AC0DC7AA1E3}"/>
          </ac:cxnSpMkLst>
        </pc:cxnChg>
        <pc:cxnChg chg="add del mod">
          <ac:chgData name="Trương Nhật Hoàng" userId="a944b55d-9fe9-452d-93f4-a6963ffcf8ad" providerId="ADAL" clId="{1851B711-B66C-4B23-A9B4-958E8850B774}" dt="2024-05-15T18:34:50.383" v="1434" actId="11529"/>
          <ac:cxnSpMkLst>
            <pc:docMk/>
            <pc:sldMk cId="2584139160" sldId="268"/>
            <ac:cxnSpMk id="37" creationId="{2048E07F-EC7A-D103-E110-C9BC61F67AD7}"/>
          </ac:cxnSpMkLst>
        </pc:cxnChg>
        <pc:cxnChg chg="add del mod">
          <ac:chgData name="Trương Nhật Hoàng" userId="a944b55d-9fe9-452d-93f4-a6963ffcf8ad" providerId="ADAL" clId="{1851B711-B66C-4B23-A9B4-958E8850B774}" dt="2024-05-15T18:34:49.986" v="1433" actId="11529"/>
          <ac:cxnSpMkLst>
            <pc:docMk/>
            <pc:sldMk cId="2584139160" sldId="268"/>
            <ac:cxnSpMk id="39" creationId="{B9CD05E1-F8A3-8905-25B0-85A3985D27E4}"/>
          </ac:cxnSpMkLst>
        </pc:cxnChg>
        <pc:cxnChg chg="add del mod">
          <ac:chgData name="Trương Nhật Hoàng" userId="a944b55d-9fe9-452d-93f4-a6963ffcf8ad" providerId="ADAL" clId="{1851B711-B66C-4B23-A9B4-958E8850B774}" dt="2024-05-15T18:34:48.261" v="1432" actId="11529"/>
          <ac:cxnSpMkLst>
            <pc:docMk/>
            <pc:sldMk cId="2584139160" sldId="268"/>
            <ac:cxnSpMk id="41" creationId="{FB245ECD-A8AA-DBA4-4769-2B1567321675}"/>
          </ac:cxnSpMkLst>
        </pc:cxnChg>
        <pc:cxnChg chg="add del mod">
          <ac:chgData name="Trương Nhật Hoàng" userId="a944b55d-9fe9-452d-93f4-a6963ffcf8ad" providerId="ADAL" clId="{1851B711-B66C-4B23-A9B4-958E8850B774}" dt="2024-05-15T18:36:16.679" v="1436" actId="11529"/>
          <ac:cxnSpMkLst>
            <pc:docMk/>
            <pc:sldMk cId="2584139160" sldId="268"/>
            <ac:cxnSpMk id="45" creationId="{4BF1C2C2-52A7-F5E5-F1C8-C954A1EB2229}"/>
          </ac:cxnSpMkLst>
        </pc:cxnChg>
        <pc:cxnChg chg="add del">
          <ac:chgData name="Trương Nhật Hoàng" userId="a944b55d-9fe9-452d-93f4-a6963ffcf8ad" providerId="ADAL" clId="{1851B711-B66C-4B23-A9B4-958E8850B774}" dt="2024-05-15T18:38:26.558" v="1443" actId="478"/>
          <ac:cxnSpMkLst>
            <pc:docMk/>
            <pc:sldMk cId="2584139160" sldId="268"/>
            <ac:cxnSpMk id="47" creationId="{2B596521-7A44-C7F2-0414-CE5034061C79}"/>
          </ac:cxnSpMkLst>
        </pc:cxnChg>
        <pc:cxnChg chg="add del">
          <ac:chgData name="Trương Nhật Hoàng" userId="a944b55d-9fe9-452d-93f4-a6963ffcf8ad" providerId="ADAL" clId="{1851B711-B66C-4B23-A9B4-958E8850B774}" dt="2024-05-15T18:38:29.091" v="1444" actId="478"/>
          <ac:cxnSpMkLst>
            <pc:docMk/>
            <pc:sldMk cId="2584139160" sldId="268"/>
            <ac:cxnSpMk id="49" creationId="{F771CBBA-3679-67F8-29ED-F9C58DAC8ADF}"/>
          </ac:cxnSpMkLst>
        </pc:cxnChg>
        <pc:cxnChg chg="add del mod">
          <ac:chgData name="Trương Nhật Hoàng" userId="a944b55d-9fe9-452d-93f4-a6963ffcf8ad" providerId="ADAL" clId="{1851B711-B66C-4B23-A9B4-958E8850B774}" dt="2024-05-15T18:36:38.555" v="1440" actId="11529"/>
          <ac:cxnSpMkLst>
            <pc:docMk/>
            <pc:sldMk cId="2584139160" sldId="268"/>
            <ac:cxnSpMk id="51" creationId="{09879802-57FE-06A9-1BE2-B7F20BA13B33}"/>
          </ac:cxnSpMkLst>
        </pc:cxnChg>
        <pc:cxnChg chg="add del mod">
          <ac:chgData name="Trương Nhật Hoàng" userId="a944b55d-9fe9-452d-93f4-a6963ffcf8ad" providerId="ADAL" clId="{1851B711-B66C-4B23-A9B4-958E8850B774}" dt="2024-05-15T18:39:11.666" v="1446" actId="11529"/>
          <ac:cxnSpMkLst>
            <pc:docMk/>
            <pc:sldMk cId="2584139160" sldId="268"/>
            <ac:cxnSpMk id="53" creationId="{BB915C59-1CA0-4EEE-0575-154C35446549}"/>
          </ac:cxnSpMkLst>
        </pc:cxnChg>
        <pc:cxnChg chg="add mod">
          <ac:chgData name="Trương Nhật Hoàng" userId="a944b55d-9fe9-452d-93f4-a6963ffcf8ad" providerId="ADAL" clId="{1851B711-B66C-4B23-A9B4-958E8850B774}" dt="2024-05-15T18:44:03.318" v="1459" actId="478"/>
          <ac:cxnSpMkLst>
            <pc:docMk/>
            <pc:sldMk cId="2584139160" sldId="268"/>
            <ac:cxnSpMk id="55" creationId="{E39FA337-71FA-E6B6-B0C0-3CDB0B4D1125}"/>
          </ac:cxnSpMkLst>
        </pc:cxnChg>
        <pc:cxnChg chg="add">
          <ac:chgData name="Trương Nhật Hoàng" userId="a944b55d-9fe9-452d-93f4-a6963ffcf8ad" providerId="ADAL" clId="{1851B711-B66C-4B23-A9B4-958E8850B774}" dt="2024-05-15T18:39:29.028" v="1448" actId="11529"/>
          <ac:cxnSpMkLst>
            <pc:docMk/>
            <pc:sldMk cId="2584139160" sldId="268"/>
            <ac:cxnSpMk id="57" creationId="{D582F6EF-6153-5B4D-5D01-31AD97F152DB}"/>
          </ac:cxnSpMkLst>
        </pc:cxnChg>
        <pc:cxnChg chg="add">
          <ac:chgData name="Trương Nhật Hoàng" userId="a944b55d-9fe9-452d-93f4-a6963ffcf8ad" providerId="ADAL" clId="{1851B711-B66C-4B23-A9B4-958E8850B774}" dt="2024-05-15T18:39:38.598" v="1449" actId="11529"/>
          <ac:cxnSpMkLst>
            <pc:docMk/>
            <pc:sldMk cId="2584139160" sldId="268"/>
            <ac:cxnSpMk id="59" creationId="{BE327557-121B-3864-801F-2522C5F5F350}"/>
          </ac:cxnSpMkLst>
        </pc:cxnChg>
        <pc:cxnChg chg="add">
          <ac:chgData name="Trương Nhật Hoàng" userId="a944b55d-9fe9-452d-93f4-a6963ffcf8ad" providerId="ADAL" clId="{1851B711-B66C-4B23-A9B4-958E8850B774}" dt="2024-05-15T18:39:53.071" v="1450" actId="11529"/>
          <ac:cxnSpMkLst>
            <pc:docMk/>
            <pc:sldMk cId="2584139160" sldId="268"/>
            <ac:cxnSpMk id="61" creationId="{055224F6-6FF9-AF16-D9FD-0C1C43F2A352}"/>
          </ac:cxnSpMkLst>
        </pc:cxnChg>
      </pc:sldChg>
      <pc:sldChg chg="addSp delSp modSp new del mod">
        <pc:chgData name="Trương Nhật Hoàng" userId="a944b55d-9fe9-452d-93f4-a6963ffcf8ad" providerId="ADAL" clId="{1851B711-B66C-4B23-A9B4-958E8850B774}" dt="2024-05-15T18:58:02.263" v="1524" actId="47"/>
        <pc:sldMkLst>
          <pc:docMk/>
          <pc:sldMk cId="148138617" sldId="270"/>
        </pc:sldMkLst>
        <pc:spChg chg="del">
          <ac:chgData name="Trương Nhật Hoàng" userId="a944b55d-9fe9-452d-93f4-a6963ffcf8ad" providerId="ADAL" clId="{1851B711-B66C-4B23-A9B4-958E8850B774}" dt="2024-05-15T18:57:24.898" v="1522" actId="478"/>
          <ac:spMkLst>
            <pc:docMk/>
            <pc:sldMk cId="148138617" sldId="270"/>
            <ac:spMk id="2" creationId="{8CDCB236-97F4-87DB-1669-F33871623340}"/>
          </ac:spMkLst>
        </pc:spChg>
        <pc:spChg chg="del">
          <ac:chgData name="Trương Nhật Hoàng" userId="a944b55d-9fe9-452d-93f4-a6963ffcf8ad" providerId="ADAL" clId="{1851B711-B66C-4B23-A9B4-958E8850B774}" dt="2024-05-15T18:57:24.898" v="1522" actId="478"/>
          <ac:spMkLst>
            <pc:docMk/>
            <pc:sldMk cId="148138617" sldId="270"/>
            <ac:spMk id="3" creationId="{55019D9B-7BDE-6B7A-6FF5-1563F7C85D6C}"/>
          </ac:spMkLst>
        </pc:spChg>
        <pc:picChg chg="add mod">
          <ac:chgData name="Trương Nhật Hoàng" userId="a944b55d-9fe9-452d-93f4-a6963ffcf8ad" providerId="ADAL" clId="{1851B711-B66C-4B23-A9B4-958E8850B774}" dt="2024-05-15T18:57:34.218" v="1523"/>
          <ac:picMkLst>
            <pc:docMk/>
            <pc:sldMk cId="148138617" sldId="270"/>
            <ac:picMk id="4098" creationId="{C7664886-D02B-D798-CEE9-7C9E1406494D}"/>
          </ac:picMkLst>
        </pc:picChg>
      </pc:sldChg>
    </pc:docChg>
  </pc:docChgLst>
  <pc:docChgLst>
    <pc:chgData name="Đinh Trần Thảo Phương" userId="21b2fe43-fe83-4dbe-8475-159cec80e33c" providerId="ADAL" clId="{F222F23E-C05C-41A5-8737-0FB73E605679}"/>
    <pc:docChg chg="undo custSel addSld delSld modSld sldOrd modMainMaster">
      <pc:chgData name="Đinh Trần Thảo Phương" userId="21b2fe43-fe83-4dbe-8475-159cec80e33c" providerId="ADAL" clId="{F222F23E-C05C-41A5-8737-0FB73E605679}" dt="2024-05-15T19:14:25.173" v="5807" actId="729"/>
      <pc:docMkLst>
        <pc:docMk/>
      </pc:docMkLst>
      <pc:sldChg chg="delSp modSp mod modTransition">
        <pc:chgData name="Đinh Trần Thảo Phương" userId="21b2fe43-fe83-4dbe-8475-159cec80e33c" providerId="ADAL" clId="{F222F23E-C05C-41A5-8737-0FB73E605679}" dt="2024-05-15T18:16:19.541" v="3666" actId="1076"/>
        <pc:sldMkLst>
          <pc:docMk/>
          <pc:sldMk cId="3680044206" sldId="256"/>
        </pc:sldMkLst>
        <pc:spChg chg="del">
          <ac:chgData name="Đinh Trần Thảo Phương" userId="21b2fe43-fe83-4dbe-8475-159cec80e33c" providerId="ADAL" clId="{F222F23E-C05C-41A5-8737-0FB73E605679}" dt="2024-05-15T16:11:23.675" v="1" actId="478"/>
          <ac:spMkLst>
            <pc:docMk/>
            <pc:sldMk cId="3680044206" sldId="256"/>
            <ac:spMk id="2" creationId="{A40A8FF2-F398-AFFD-0B24-E2EBD2781370}"/>
          </ac:spMkLst>
        </pc:spChg>
        <pc:spChg chg="del">
          <ac:chgData name="Đinh Trần Thảo Phương" userId="21b2fe43-fe83-4dbe-8475-159cec80e33c" providerId="ADAL" clId="{F222F23E-C05C-41A5-8737-0FB73E605679}" dt="2024-05-15T16:11:20.475" v="0" actId="478"/>
          <ac:spMkLst>
            <pc:docMk/>
            <pc:sldMk cId="3680044206" sldId="256"/>
            <ac:spMk id="3" creationId="{9755F735-205A-29EF-6931-C5B4FCED4AAE}"/>
          </ac:spMkLst>
        </pc:spChg>
        <pc:spChg chg="mod">
          <ac:chgData name="Đinh Trần Thảo Phương" userId="21b2fe43-fe83-4dbe-8475-159cec80e33c" providerId="ADAL" clId="{F222F23E-C05C-41A5-8737-0FB73E605679}" dt="2024-05-15T18:16:19.541" v="3666" actId="1076"/>
          <ac:spMkLst>
            <pc:docMk/>
            <pc:sldMk cId="3680044206" sldId="256"/>
            <ac:spMk id="23" creationId="{D0DF1F9D-FE78-CFD1-1BCC-E96C04EF8DEE}"/>
          </ac:spMkLst>
        </pc:spChg>
      </pc:sldChg>
      <pc:sldChg chg="delSp modSp new del mod modTransition">
        <pc:chgData name="Đinh Trần Thảo Phương" userId="21b2fe43-fe83-4dbe-8475-159cec80e33c" providerId="ADAL" clId="{F222F23E-C05C-41A5-8737-0FB73E605679}" dt="2024-05-15T18:41:53.410" v="4967" actId="47"/>
        <pc:sldMkLst>
          <pc:docMk/>
          <pc:sldMk cId="2450843790" sldId="257"/>
        </pc:sldMkLst>
        <pc:spChg chg="del">
          <ac:chgData name="Đinh Trần Thảo Phương" userId="21b2fe43-fe83-4dbe-8475-159cec80e33c" providerId="ADAL" clId="{F222F23E-C05C-41A5-8737-0FB73E605679}" dt="2024-05-15T16:13:14.845" v="3" actId="478"/>
          <ac:spMkLst>
            <pc:docMk/>
            <pc:sldMk cId="2450843790" sldId="257"/>
            <ac:spMk id="2" creationId="{869CBD22-4210-2542-2AD8-D838E9C5934C}"/>
          </ac:spMkLst>
        </pc:spChg>
        <pc:spChg chg="del">
          <ac:chgData name="Đinh Trần Thảo Phương" userId="21b2fe43-fe83-4dbe-8475-159cec80e33c" providerId="ADAL" clId="{F222F23E-C05C-41A5-8737-0FB73E605679}" dt="2024-05-15T16:13:14.845" v="3" actId="478"/>
          <ac:spMkLst>
            <pc:docMk/>
            <pc:sldMk cId="2450843790" sldId="257"/>
            <ac:spMk id="3" creationId="{A69F8E02-B72D-A762-CFC6-973A0EDDBED6}"/>
          </ac:spMkLst>
        </pc:spChg>
        <pc:spChg chg="mod">
          <ac:chgData name="Đinh Trần Thảo Phương" userId="21b2fe43-fe83-4dbe-8475-159cec80e33c" providerId="ADAL" clId="{F222F23E-C05C-41A5-8737-0FB73E605679}" dt="2024-05-15T16:14:41.720" v="18" actId="1076"/>
          <ac:spMkLst>
            <pc:docMk/>
            <pc:sldMk cId="2450843790" sldId="257"/>
            <ac:spMk id="5" creationId="{009E8322-2D61-45C0-8B04-958E2FAF4C00}"/>
          </ac:spMkLst>
        </pc:spChg>
        <pc:spChg chg="mod">
          <ac:chgData name="Đinh Trần Thảo Phương" userId="21b2fe43-fe83-4dbe-8475-159cec80e33c" providerId="ADAL" clId="{F222F23E-C05C-41A5-8737-0FB73E605679}" dt="2024-05-15T16:14:41.720" v="18" actId="1076"/>
          <ac:spMkLst>
            <pc:docMk/>
            <pc:sldMk cId="2450843790" sldId="257"/>
            <ac:spMk id="6" creationId="{0B8E083E-8DA1-4BA9-2DE7-80605CFD547A}"/>
          </ac:spMkLst>
        </pc:spChg>
        <pc:spChg chg="mod">
          <ac:chgData name="Đinh Trần Thảo Phương" userId="21b2fe43-fe83-4dbe-8475-159cec80e33c" providerId="ADAL" clId="{F222F23E-C05C-41A5-8737-0FB73E605679}" dt="2024-05-15T16:14:41.720" v="18" actId="1076"/>
          <ac:spMkLst>
            <pc:docMk/>
            <pc:sldMk cId="2450843790" sldId="257"/>
            <ac:spMk id="7" creationId="{1E6E0EBB-6A1D-1E72-ECD3-46031DA0058B}"/>
          </ac:spMkLst>
        </pc:spChg>
        <pc:spChg chg="mod">
          <ac:chgData name="Đinh Trần Thảo Phương" userId="21b2fe43-fe83-4dbe-8475-159cec80e33c" providerId="ADAL" clId="{F222F23E-C05C-41A5-8737-0FB73E605679}" dt="2024-05-15T16:14:41.720" v="18" actId="1076"/>
          <ac:spMkLst>
            <pc:docMk/>
            <pc:sldMk cId="2450843790" sldId="257"/>
            <ac:spMk id="8" creationId="{F4AEB10D-A5BF-69F7-924B-C7D675FF8C69}"/>
          </ac:spMkLst>
        </pc:spChg>
        <pc:spChg chg="mod">
          <ac:chgData name="Đinh Trần Thảo Phương" userId="21b2fe43-fe83-4dbe-8475-159cec80e33c" providerId="ADAL" clId="{F222F23E-C05C-41A5-8737-0FB73E605679}" dt="2024-05-15T16:14:41.720" v="18" actId="1076"/>
          <ac:spMkLst>
            <pc:docMk/>
            <pc:sldMk cId="2450843790" sldId="257"/>
            <ac:spMk id="9" creationId="{A2129FB7-8BA3-8988-F87C-8E51BC39403B}"/>
          </ac:spMkLst>
        </pc:spChg>
        <pc:spChg chg="mod">
          <ac:chgData name="Đinh Trần Thảo Phương" userId="21b2fe43-fe83-4dbe-8475-159cec80e33c" providerId="ADAL" clId="{F222F23E-C05C-41A5-8737-0FB73E605679}" dt="2024-05-15T16:14:41.720" v="18" actId="1076"/>
          <ac:spMkLst>
            <pc:docMk/>
            <pc:sldMk cId="2450843790" sldId="257"/>
            <ac:spMk id="11" creationId="{368F4D79-41C2-3861-CB86-0AD06EA0F3AD}"/>
          </ac:spMkLst>
        </pc:spChg>
        <pc:spChg chg="mod">
          <ac:chgData name="Đinh Trần Thảo Phương" userId="21b2fe43-fe83-4dbe-8475-159cec80e33c" providerId="ADAL" clId="{F222F23E-C05C-41A5-8737-0FB73E605679}" dt="2024-05-15T16:14:41.720" v="18" actId="1076"/>
          <ac:spMkLst>
            <pc:docMk/>
            <pc:sldMk cId="2450843790" sldId="257"/>
            <ac:spMk id="12" creationId="{0C934FE1-EE24-ACE5-DA68-B93DDA277342}"/>
          </ac:spMkLst>
        </pc:spChg>
        <pc:spChg chg="mod">
          <ac:chgData name="Đinh Trần Thảo Phương" userId="21b2fe43-fe83-4dbe-8475-159cec80e33c" providerId="ADAL" clId="{F222F23E-C05C-41A5-8737-0FB73E605679}" dt="2024-05-15T16:14:20.471" v="14" actId="14100"/>
          <ac:spMkLst>
            <pc:docMk/>
            <pc:sldMk cId="2450843790" sldId="257"/>
            <ac:spMk id="19" creationId="{658332C6-E25F-570A-D35E-198473388342}"/>
          </ac:spMkLst>
        </pc:spChg>
        <pc:spChg chg="mod">
          <ac:chgData name="Đinh Trần Thảo Phương" userId="21b2fe43-fe83-4dbe-8475-159cec80e33c" providerId="ADAL" clId="{F222F23E-C05C-41A5-8737-0FB73E605679}" dt="2024-05-15T16:14:20.471" v="14" actId="14100"/>
          <ac:spMkLst>
            <pc:docMk/>
            <pc:sldMk cId="2450843790" sldId="257"/>
            <ac:spMk id="20" creationId="{0F0605EA-2FF3-94EA-CBD4-D5DDBBCB3A15}"/>
          </ac:spMkLst>
        </pc:spChg>
        <pc:spChg chg="mod">
          <ac:chgData name="Đinh Trần Thảo Phương" userId="21b2fe43-fe83-4dbe-8475-159cec80e33c" providerId="ADAL" clId="{F222F23E-C05C-41A5-8737-0FB73E605679}" dt="2024-05-15T16:14:20.471" v="14" actId="14100"/>
          <ac:spMkLst>
            <pc:docMk/>
            <pc:sldMk cId="2450843790" sldId="257"/>
            <ac:spMk id="21" creationId="{7718F7F6-0968-AD1C-2E57-BDD2E23BFA07}"/>
          </ac:spMkLst>
        </pc:spChg>
        <pc:spChg chg="mod">
          <ac:chgData name="Đinh Trần Thảo Phương" userId="21b2fe43-fe83-4dbe-8475-159cec80e33c" providerId="ADAL" clId="{F222F23E-C05C-41A5-8737-0FB73E605679}" dt="2024-05-15T18:14:29.598" v="3662" actId="27803"/>
          <ac:spMkLst>
            <pc:docMk/>
            <pc:sldMk cId="2450843790" sldId="257"/>
            <ac:spMk id="39" creationId="{C81DA3F0-7659-AE15-6414-C9AC0707D5B5}"/>
          </ac:spMkLst>
        </pc:spChg>
        <pc:spChg chg="mod">
          <ac:chgData name="Đinh Trần Thảo Phương" userId="21b2fe43-fe83-4dbe-8475-159cec80e33c" providerId="ADAL" clId="{F222F23E-C05C-41A5-8737-0FB73E605679}" dt="2024-05-15T18:14:29.598" v="3662" actId="27803"/>
          <ac:spMkLst>
            <pc:docMk/>
            <pc:sldMk cId="2450843790" sldId="257"/>
            <ac:spMk id="40" creationId="{9FE5E3E6-21B2-5391-E2FF-491DCA12217E}"/>
          </ac:spMkLst>
        </pc:spChg>
        <pc:spChg chg="mod">
          <ac:chgData name="Đinh Trần Thảo Phương" userId="21b2fe43-fe83-4dbe-8475-159cec80e33c" providerId="ADAL" clId="{F222F23E-C05C-41A5-8737-0FB73E605679}" dt="2024-05-15T18:14:29.598" v="3662" actId="27803"/>
          <ac:spMkLst>
            <pc:docMk/>
            <pc:sldMk cId="2450843790" sldId="257"/>
            <ac:spMk id="41" creationId="{AD7EA9AE-40FA-51B8-C622-8D9942DFE63A}"/>
          </ac:spMkLst>
        </pc:spChg>
        <pc:spChg chg="mod">
          <ac:chgData name="Đinh Trần Thảo Phương" userId="21b2fe43-fe83-4dbe-8475-159cec80e33c" providerId="ADAL" clId="{F222F23E-C05C-41A5-8737-0FB73E605679}" dt="2024-05-15T18:14:29.598" v="3662" actId="27803"/>
          <ac:spMkLst>
            <pc:docMk/>
            <pc:sldMk cId="2450843790" sldId="257"/>
            <ac:spMk id="42" creationId="{E799A9D3-FD0F-0611-8E01-E6FDCC8D5E75}"/>
          </ac:spMkLst>
        </pc:spChg>
        <pc:spChg chg="mod">
          <ac:chgData name="Đinh Trần Thảo Phương" userId="21b2fe43-fe83-4dbe-8475-159cec80e33c" providerId="ADAL" clId="{F222F23E-C05C-41A5-8737-0FB73E605679}" dt="2024-05-15T18:14:29.598" v="3662" actId="27803"/>
          <ac:spMkLst>
            <pc:docMk/>
            <pc:sldMk cId="2450843790" sldId="257"/>
            <ac:spMk id="43" creationId="{E6DB7B27-CAD2-C716-5E1E-A3D01F13A164}"/>
          </ac:spMkLst>
        </pc:spChg>
        <pc:spChg chg="mod">
          <ac:chgData name="Đinh Trần Thảo Phương" userId="21b2fe43-fe83-4dbe-8475-159cec80e33c" providerId="ADAL" clId="{F222F23E-C05C-41A5-8737-0FB73E605679}" dt="2024-05-15T18:14:29.598" v="3662" actId="27803"/>
          <ac:spMkLst>
            <pc:docMk/>
            <pc:sldMk cId="2450843790" sldId="257"/>
            <ac:spMk id="44" creationId="{81321014-078D-1DB2-64F7-7A8AAFB53C7B}"/>
          </ac:spMkLst>
        </pc:spChg>
        <pc:spChg chg="mod">
          <ac:chgData name="Đinh Trần Thảo Phương" userId="21b2fe43-fe83-4dbe-8475-159cec80e33c" providerId="ADAL" clId="{F222F23E-C05C-41A5-8737-0FB73E605679}" dt="2024-05-15T18:14:29.598" v="3662" actId="27803"/>
          <ac:spMkLst>
            <pc:docMk/>
            <pc:sldMk cId="2450843790" sldId="257"/>
            <ac:spMk id="45" creationId="{CBDC084F-85DB-76FC-E694-6E45FB0E3099}"/>
          </ac:spMkLst>
        </pc:spChg>
        <pc:spChg chg="mod">
          <ac:chgData name="Đinh Trần Thảo Phương" userId="21b2fe43-fe83-4dbe-8475-159cec80e33c" providerId="ADAL" clId="{F222F23E-C05C-41A5-8737-0FB73E605679}" dt="2024-05-15T18:14:29.598" v="3662" actId="27803"/>
          <ac:spMkLst>
            <pc:docMk/>
            <pc:sldMk cId="2450843790" sldId="257"/>
            <ac:spMk id="46" creationId="{4CF31A23-1163-7539-B878-59546491D798}"/>
          </ac:spMkLst>
        </pc:spChg>
        <pc:spChg chg="mod">
          <ac:chgData name="Đinh Trần Thảo Phương" userId="21b2fe43-fe83-4dbe-8475-159cec80e33c" providerId="ADAL" clId="{F222F23E-C05C-41A5-8737-0FB73E605679}" dt="2024-05-15T18:14:29.598" v="3662" actId="27803"/>
          <ac:spMkLst>
            <pc:docMk/>
            <pc:sldMk cId="2450843790" sldId="257"/>
            <ac:spMk id="47" creationId="{F2D6FEBD-CD08-D7FB-5373-5942EFCA014E}"/>
          </ac:spMkLst>
        </pc:spChg>
        <pc:spChg chg="mod">
          <ac:chgData name="Đinh Trần Thảo Phương" userId="21b2fe43-fe83-4dbe-8475-159cec80e33c" providerId="ADAL" clId="{F222F23E-C05C-41A5-8737-0FB73E605679}" dt="2024-05-15T18:14:29.598" v="3662" actId="27803"/>
          <ac:spMkLst>
            <pc:docMk/>
            <pc:sldMk cId="2450843790" sldId="257"/>
            <ac:spMk id="48" creationId="{5F41CB04-FBA2-9EBB-C162-999852029403}"/>
          </ac:spMkLst>
        </pc:spChg>
        <pc:spChg chg="mod">
          <ac:chgData name="Đinh Trần Thảo Phương" userId="21b2fe43-fe83-4dbe-8475-159cec80e33c" providerId="ADAL" clId="{F222F23E-C05C-41A5-8737-0FB73E605679}" dt="2024-05-15T18:14:29.598" v="3662" actId="27803"/>
          <ac:spMkLst>
            <pc:docMk/>
            <pc:sldMk cId="2450843790" sldId="257"/>
            <ac:spMk id="49" creationId="{6E2417C8-6318-2FD1-A926-7AD8349F39A0}"/>
          </ac:spMkLst>
        </pc:spChg>
        <pc:spChg chg="mod">
          <ac:chgData name="Đinh Trần Thảo Phương" userId="21b2fe43-fe83-4dbe-8475-159cec80e33c" providerId="ADAL" clId="{F222F23E-C05C-41A5-8737-0FB73E605679}" dt="2024-05-15T18:14:29.598" v="3662" actId="27803"/>
          <ac:spMkLst>
            <pc:docMk/>
            <pc:sldMk cId="2450843790" sldId="257"/>
            <ac:spMk id="50" creationId="{E328E6D5-1144-E98A-E957-C850DB6E1A7A}"/>
          </ac:spMkLst>
        </pc:spChg>
        <pc:spChg chg="mod">
          <ac:chgData name="Đinh Trần Thảo Phương" userId="21b2fe43-fe83-4dbe-8475-159cec80e33c" providerId="ADAL" clId="{F222F23E-C05C-41A5-8737-0FB73E605679}" dt="2024-05-15T18:14:29.598" v="3662" actId="27803"/>
          <ac:spMkLst>
            <pc:docMk/>
            <pc:sldMk cId="2450843790" sldId="257"/>
            <ac:spMk id="51" creationId="{25421558-B686-80A0-CC74-E2BC142B723F}"/>
          </ac:spMkLst>
        </pc:spChg>
        <pc:spChg chg="mod">
          <ac:chgData name="Đinh Trần Thảo Phương" userId="21b2fe43-fe83-4dbe-8475-159cec80e33c" providerId="ADAL" clId="{F222F23E-C05C-41A5-8737-0FB73E605679}" dt="2024-05-15T18:14:29.598" v="3662" actId="27803"/>
          <ac:spMkLst>
            <pc:docMk/>
            <pc:sldMk cId="2450843790" sldId="257"/>
            <ac:spMk id="52" creationId="{ABAE75B6-AB5C-013F-FF91-0E1C755632A4}"/>
          </ac:spMkLst>
        </pc:spChg>
        <pc:spChg chg="mod">
          <ac:chgData name="Đinh Trần Thảo Phương" userId="21b2fe43-fe83-4dbe-8475-159cec80e33c" providerId="ADAL" clId="{F222F23E-C05C-41A5-8737-0FB73E605679}" dt="2024-05-15T18:14:29.598" v="3662" actId="27803"/>
          <ac:spMkLst>
            <pc:docMk/>
            <pc:sldMk cId="2450843790" sldId="257"/>
            <ac:spMk id="53" creationId="{B4BEBAAE-8E5C-CFEA-1D48-FF537F46516A}"/>
          </ac:spMkLst>
        </pc:spChg>
        <pc:spChg chg="mod">
          <ac:chgData name="Đinh Trần Thảo Phương" userId="21b2fe43-fe83-4dbe-8475-159cec80e33c" providerId="ADAL" clId="{F222F23E-C05C-41A5-8737-0FB73E605679}" dt="2024-05-15T18:14:29.598" v="3662" actId="27803"/>
          <ac:spMkLst>
            <pc:docMk/>
            <pc:sldMk cId="2450843790" sldId="257"/>
            <ac:spMk id="54" creationId="{DB075DA9-1BCC-1C09-0DED-CACDF0709D2F}"/>
          </ac:spMkLst>
        </pc:spChg>
        <pc:spChg chg="mod">
          <ac:chgData name="Đinh Trần Thảo Phương" userId="21b2fe43-fe83-4dbe-8475-159cec80e33c" providerId="ADAL" clId="{F222F23E-C05C-41A5-8737-0FB73E605679}" dt="2024-05-15T18:14:29.598" v="3662" actId="27803"/>
          <ac:spMkLst>
            <pc:docMk/>
            <pc:sldMk cId="2450843790" sldId="257"/>
            <ac:spMk id="55" creationId="{6E8E01B4-7DDF-BB0E-78B9-C5AE7EC4CA41}"/>
          </ac:spMkLst>
        </pc:spChg>
        <pc:spChg chg="mod">
          <ac:chgData name="Đinh Trần Thảo Phương" userId="21b2fe43-fe83-4dbe-8475-159cec80e33c" providerId="ADAL" clId="{F222F23E-C05C-41A5-8737-0FB73E605679}" dt="2024-05-15T18:14:29.598" v="3662" actId="27803"/>
          <ac:spMkLst>
            <pc:docMk/>
            <pc:sldMk cId="2450843790" sldId="257"/>
            <ac:spMk id="56" creationId="{C63D2A69-E801-1E1F-E3EC-0563EF318FCB}"/>
          </ac:spMkLst>
        </pc:spChg>
        <pc:spChg chg="mod">
          <ac:chgData name="Đinh Trần Thảo Phương" userId="21b2fe43-fe83-4dbe-8475-159cec80e33c" providerId="ADAL" clId="{F222F23E-C05C-41A5-8737-0FB73E605679}" dt="2024-05-15T18:14:29.598" v="3662" actId="27803"/>
          <ac:spMkLst>
            <pc:docMk/>
            <pc:sldMk cId="2450843790" sldId="257"/>
            <ac:spMk id="57" creationId="{5DCD61C9-F721-3F98-B81F-C93C4639E3CA}"/>
          </ac:spMkLst>
        </pc:spChg>
        <pc:spChg chg="mod">
          <ac:chgData name="Đinh Trần Thảo Phương" userId="21b2fe43-fe83-4dbe-8475-159cec80e33c" providerId="ADAL" clId="{F222F23E-C05C-41A5-8737-0FB73E605679}" dt="2024-05-15T18:14:29.598" v="3662" actId="27803"/>
          <ac:spMkLst>
            <pc:docMk/>
            <pc:sldMk cId="2450843790" sldId="257"/>
            <ac:spMk id="58" creationId="{D312FE1E-BF8F-EFE3-C3F7-68F8BA225FE9}"/>
          </ac:spMkLst>
        </pc:spChg>
        <pc:spChg chg="mod">
          <ac:chgData name="Đinh Trần Thảo Phương" userId="21b2fe43-fe83-4dbe-8475-159cec80e33c" providerId="ADAL" clId="{F222F23E-C05C-41A5-8737-0FB73E605679}" dt="2024-05-15T18:14:29.598" v="3662" actId="27803"/>
          <ac:spMkLst>
            <pc:docMk/>
            <pc:sldMk cId="2450843790" sldId="257"/>
            <ac:spMk id="59" creationId="{53DA7832-E8C3-D06B-7DEC-0C276F830B76}"/>
          </ac:spMkLst>
        </pc:spChg>
        <pc:spChg chg="mod">
          <ac:chgData name="Đinh Trần Thảo Phương" userId="21b2fe43-fe83-4dbe-8475-159cec80e33c" providerId="ADAL" clId="{F222F23E-C05C-41A5-8737-0FB73E605679}" dt="2024-05-15T18:15:34.402" v="3664" actId="14100"/>
          <ac:spMkLst>
            <pc:docMk/>
            <pc:sldMk cId="2450843790" sldId="257"/>
            <ac:spMk id="61" creationId="{04E91D5A-CF7D-0F32-F224-283FDE321748}"/>
          </ac:spMkLst>
        </pc:spChg>
        <pc:spChg chg="mod">
          <ac:chgData name="Đinh Trần Thảo Phương" userId="21b2fe43-fe83-4dbe-8475-159cec80e33c" providerId="ADAL" clId="{F222F23E-C05C-41A5-8737-0FB73E605679}" dt="2024-05-15T18:14:29.598" v="3662" actId="27803"/>
          <ac:spMkLst>
            <pc:docMk/>
            <pc:sldMk cId="2450843790" sldId="257"/>
            <ac:spMk id="62" creationId="{8455BA16-B3ED-A21F-C425-E650D6862361}"/>
          </ac:spMkLst>
        </pc:spChg>
        <pc:spChg chg="mod">
          <ac:chgData name="Đinh Trần Thảo Phương" userId="21b2fe43-fe83-4dbe-8475-159cec80e33c" providerId="ADAL" clId="{F222F23E-C05C-41A5-8737-0FB73E605679}" dt="2024-05-15T18:14:29.598" v="3662" actId="27803"/>
          <ac:spMkLst>
            <pc:docMk/>
            <pc:sldMk cId="2450843790" sldId="257"/>
            <ac:spMk id="63" creationId="{352BC90C-BB29-A351-F706-FED3A3CD2B0C}"/>
          </ac:spMkLst>
        </pc:spChg>
        <pc:spChg chg="mod">
          <ac:chgData name="Đinh Trần Thảo Phương" userId="21b2fe43-fe83-4dbe-8475-159cec80e33c" providerId="ADAL" clId="{F222F23E-C05C-41A5-8737-0FB73E605679}" dt="2024-05-15T18:14:29.598" v="3662" actId="27803"/>
          <ac:spMkLst>
            <pc:docMk/>
            <pc:sldMk cId="2450843790" sldId="257"/>
            <ac:spMk id="64" creationId="{FB95F5D5-CFB7-B0B7-F743-1C6F733C8697}"/>
          </ac:spMkLst>
        </pc:spChg>
        <pc:spChg chg="mod">
          <ac:chgData name="Đinh Trần Thảo Phương" userId="21b2fe43-fe83-4dbe-8475-159cec80e33c" providerId="ADAL" clId="{F222F23E-C05C-41A5-8737-0FB73E605679}" dt="2024-05-15T18:14:29.598" v="3662" actId="27803"/>
          <ac:spMkLst>
            <pc:docMk/>
            <pc:sldMk cId="2450843790" sldId="257"/>
            <ac:spMk id="65" creationId="{E29DA650-35F4-A6DB-55CC-B213A96C8FA3}"/>
          </ac:spMkLst>
        </pc:spChg>
        <pc:spChg chg="mod">
          <ac:chgData name="Đinh Trần Thảo Phương" userId="21b2fe43-fe83-4dbe-8475-159cec80e33c" providerId="ADAL" clId="{F222F23E-C05C-41A5-8737-0FB73E605679}" dt="2024-05-15T18:14:29.598" v="3662" actId="27803"/>
          <ac:spMkLst>
            <pc:docMk/>
            <pc:sldMk cId="2450843790" sldId="257"/>
            <ac:spMk id="66" creationId="{BCDE4E27-B663-EEAB-4C06-34C203C3D418}"/>
          </ac:spMkLst>
        </pc:spChg>
        <pc:spChg chg="mod">
          <ac:chgData name="Đinh Trần Thảo Phương" userId="21b2fe43-fe83-4dbe-8475-159cec80e33c" providerId="ADAL" clId="{F222F23E-C05C-41A5-8737-0FB73E605679}" dt="2024-05-15T18:14:29.598" v="3662" actId="27803"/>
          <ac:spMkLst>
            <pc:docMk/>
            <pc:sldMk cId="2450843790" sldId="257"/>
            <ac:spMk id="67" creationId="{CE502AEA-EEDA-0E31-AEE7-A79BF97D0811}"/>
          </ac:spMkLst>
        </pc:spChg>
        <pc:spChg chg="mod">
          <ac:chgData name="Đinh Trần Thảo Phương" userId="21b2fe43-fe83-4dbe-8475-159cec80e33c" providerId="ADAL" clId="{F222F23E-C05C-41A5-8737-0FB73E605679}" dt="2024-05-15T18:14:29.598" v="3662" actId="27803"/>
          <ac:spMkLst>
            <pc:docMk/>
            <pc:sldMk cId="2450843790" sldId="257"/>
            <ac:spMk id="68" creationId="{9B950CD8-1BFF-95FA-5A6E-05320671C569}"/>
          </ac:spMkLst>
        </pc:spChg>
        <pc:spChg chg="mod">
          <ac:chgData name="Đinh Trần Thảo Phương" userId="21b2fe43-fe83-4dbe-8475-159cec80e33c" providerId="ADAL" clId="{F222F23E-C05C-41A5-8737-0FB73E605679}" dt="2024-05-15T18:14:29.598" v="3662" actId="27803"/>
          <ac:spMkLst>
            <pc:docMk/>
            <pc:sldMk cId="2450843790" sldId="257"/>
            <ac:spMk id="69" creationId="{C94AB808-3014-7D79-13D1-7F1ADB514D64}"/>
          </ac:spMkLst>
        </pc:spChg>
        <pc:spChg chg="mod">
          <ac:chgData name="Đinh Trần Thảo Phương" userId="21b2fe43-fe83-4dbe-8475-159cec80e33c" providerId="ADAL" clId="{F222F23E-C05C-41A5-8737-0FB73E605679}" dt="2024-05-15T18:14:29.598" v="3662" actId="27803"/>
          <ac:spMkLst>
            <pc:docMk/>
            <pc:sldMk cId="2450843790" sldId="257"/>
            <ac:spMk id="70" creationId="{3EB26B57-4D13-5957-0CB9-230B52C80E81}"/>
          </ac:spMkLst>
        </pc:spChg>
        <pc:spChg chg="mod">
          <ac:chgData name="Đinh Trần Thảo Phương" userId="21b2fe43-fe83-4dbe-8475-159cec80e33c" providerId="ADAL" clId="{F222F23E-C05C-41A5-8737-0FB73E605679}" dt="2024-05-15T18:14:29.598" v="3662" actId="27803"/>
          <ac:spMkLst>
            <pc:docMk/>
            <pc:sldMk cId="2450843790" sldId="257"/>
            <ac:spMk id="71" creationId="{B295B0F8-2B52-FE5C-5573-634B922E1DEF}"/>
          </ac:spMkLst>
        </pc:spChg>
        <pc:spChg chg="mod">
          <ac:chgData name="Đinh Trần Thảo Phương" userId="21b2fe43-fe83-4dbe-8475-159cec80e33c" providerId="ADAL" clId="{F222F23E-C05C-41A5-8737-0FB73E605679}" dt="2024-05-15T18:14:29.598" v="3662" actId="27803"/>
          <ac:spMkLst>
            <pc:docMk/>
            <pc:sldMk cId="2450843790" sldId="257"/>
            <ac:spMk id="72" creationId="{EAA87E94-400D-1A3D-329C-89E8C33D4973}"/>
          </ac:spMkLst>
        </pc:spChg>
        <pc:spChg chg="mod">
          <ac:chgData name="Đinh Trần Thảo Phương" userId="21b2fe43-fe83-4dbe-8475-159cec80e33c" providerId="ADAL" clId="{F222F23E-C05C-41A5-8737-0FB73E605679}" dt="2024-05-15T18:14:29.598" v="3662" actId="27803"/>
          <ac:spMkLst>
            <pc:docMk/>
            <pc:sldMk cId="2450843790" sldId="257"/>
            <ac:spMk id="73" creationId="{C8ECC322-392D-B5FF-E0C8-07B3E98254F8}"/>
          </ac:spMkLst>
        </pc:spChg>
        <pc:spChg chg="mod">
          <ac:chgData name="Đinh Trần Thảo Phương" userId="21b2fe43-fe83-4dbe-8475-159cec80e33c" providerId="ADAL" clId="{F222F23E-C05C-41A5-8737-0FB73E605679}" dt="2024-05-15T18:14:29.598" v="3662" actId="27803"/>
          <ac:spMkLst>
            <pc:docMk/>
            <pc:sldMk cId="2450843790" sldId="257"/>
            <ac:spMk id="74" creationId="{0612D1EA-B090-C338-217B-CCD1BA261EEE}"/>
          </ac:spMkLst>
        </pc:spChg>
        <pc:spChg chg="mod">
          <ac:chgData name="Đinh Trần Thảo Phương" userId="21b2fe43-fe83-4dbe-8475-159cec80e33c" providerId="ADAL" clId="{F222F23E-C05C-41A5-8737-0FB73E605679}" dt="2024-05-15T18:14:29.598" v="3662" actId="27803"/>
          <ac:spMkLst>
            <pc:docMk/>
            <pc:sldMk cId="2450843790" sldId="257"/>
            <ac:spMk id="75" creationId="{0968EA95-B83C-60D7-A3A7-C4D332F41DBD}"/>
          </ac:spMkLst>
        </pc:spChg>
        <pc:spChg chg="mod">
          <ac:chgData name="Đinh Trần Thảo Phương" userId="21b2fe43-fe83-4dbe-8475-159cec80e33c" providerId="ADAL" clId="{F222F23E-C05C-41A5-8737-0FB73E605679}" dt="2024-05-15T18:14:29.598" v="3662" actId="27803"/>
          <ac:spMkLst>
            <pc:docMk/>
            <pc:sldMk cId="2450843790" sldId="257"/>
            <ac:spMk id="76" creationId="{E3FB079F-4859-DD1A-F22B-5206D7E31700}"/>
          </ac:spMkLst>
        </pc:spChg>
        <pc:spChg chg="mod">
          <ac:chgData name="Đinh Trần Thảo Phương" userId="21b2fe43-fe83-4dbe-8475-159cec80e33c" providerId="ADAL" clId="{F222F23E-C05C-41A5-8737-0FB73E605679}" dt="2024-05-15T18:14:29.598" v="3662" actId="27803"/>
          <ac:spMkLst>
            <pc:docMk/>
            <pc:sldMk cId="2450843790" sldId="257"/>
            <ac:spMk id="78" creationId="{F0279C46-94BD-10FF-B422-B044698515B8}"/>
          </ac:spMkLst>
        </pc:spChg>
        <pc:spChg chg="mod">
          <ac:chgData name="Đinh Trần Thảo Phương" userId="21b2fe43-fe83-4dbe-8475-159cec80e33c" providerId="ADAL" clId="{F222F23E-C05C-41A5-8737-0FB73E605679}" dt="2024-05-15T18:14:29.598" v="3662" actId="27803"/>
          <ac:spMkLst>
            <pc:docMk/>
            <pc:sldMk cId="2450843790" sldId="257"/>
            <ac:spMk id="79" creationId="{DA47086F-A9F6-2798-B174-DAAA5198C73E}"/>
          </ac:spMkLst>
        </pc:spChg>
        <pc:spChg chg="mod">
          <ac:chgData name="Đinh Trần Thảo Phương" userId="21b2fe43-fe83-4dbe-8475-159cec80e33c" providerId="ADAL" clId="{F222F23E-C05C-41A5-8737-0FB73E605679}" dt="2024-05-15T18:14:29.598" v="3662" actId="27803"/>
          <ac:spMkLst>
            <pc:docMk/>
            <pc:sldMk cId="2450843790" sldId="257"/>
            <ac:spMk id="81" creationId="{7C15FCB5-2D49-B3F6-D263-A52ED0EFD3FD}"/>
          </ac:spMkLst>
        </pc:spChg>
        <pc:spChg chg="mod">
          <ac:chgData name="Đinh Trần Thảo Phương" userId="21b2fe43-fe83-4dbe-8475-159cec80e33c" providerId="ADAL" clId="{F222F23E-C05C-41A5-8737-0FB73E605679}" dt="2024-05-15T18:14:29.598" v="3662" actId="27803"/>
          <ac:spMkLst>
            <pc:docMk/>
            <pc:sldMk cId="2450843790" sldId="257"/>
            <ac:spMk id="82" creationId="{DD94C8D6-2D40-E40E-5E8E-ADC094DB93A1}"/>
          </ac:spMkLst>
        </pc:spChg>
        <pc:spChg chg="mod">
          <ac:chgData name="Đinh Trần Thảo Phương" userId="21b2fe43-fe83-4dbe-8475-159cec80e33c" providerId="ADAL" clId="{F222F23E-C05C-41A5-8737-0FB73E605679}" dt="2024-05-15T18:14:29.598" v="3662" actId="27803"/>
          <ac:spMkLst>
            <pc:docMk/>
            <pc:sldMk cId="2450843790" sldId="257"/>
            <ac:spMk id="83" creationId="{B8BACA67-E242-0597-E73F-F2B9CC965554}"/>
          </ac:spMkLst>
        </pc:spChg>
        <pc:spChg chg="mod">
          <ac:chgData name="Đinh Trần Thảo Phương" userId="21b2fe43-fe83-4dbe-8475-159cec80e33c" providerId="ADAL" clId="{F222F23E-C05C-41A5-8737-0FB73E605679}" dt="2024-05-15T18:14:29.598" v="3662" actId="27803"/>
          <ac:spMkLst>
            <pc:docMk/>
            <pc:sldMk cId="2450843790" sldId="257"/>
            <ac:spMk id="84" creationId="{B76CCE31-F87C-2CE1-8830-E75D0952B164}"/>
          </ac:spMkLst>
        </pc:spChg>
        <pc:spChg chg="mod">
          <ac:chgData name="Đinh Trần Thảo Phương" userId="21b2fe43-fe83-4dbe-8475-159cec80e33c" providerId="ADAL" clId="{F222F23E-C05C-41A5-8737-0FB73E605679}" dt="2024-05-15T18:14:29.598" v="3662" actId="27803"/>
          <ac:spMkLst>
            <pc:docMk/>
            <pc:sldMk cId="2450843790" sldId="257"/>
            <ac:spMk id="85" creationId="{902A4E95-19B2-FDF3-27EE-434110FE2ADB}"/>
          </ac:spMkLst>
        </pc:spChg>
        <pc:spChg chg="mod">
          <ac:chgData name="Đinh Trần Thảo Phương" userId="21b2fe43-fe83-4dbe-8475-159cec80e33c" providerId="ADAL" clId="{F222F23E-C05C-41A5-8737-0FB73E605679}" dt="2024-05-15T18:14:29.598" v="3662" actId="27803"/>
          <ac:spMkLst>
            <pc:docMk/>
            <pc:sldMk cId="2450843790" sldId="257"/>
            <ac:spMk id="86" creationId="{7C95347F-26E5-92E8-BDA4-409A8B5D083A}"/>
          </ac:spMkLst>
        </pc:spChg>
        <pc:spChg chg="mod">
          <ac:chgData name="Đinh Trần Thảo Phương" userId="21b2fe43-fe83-4dbe-8475-159cec80e33c" providerId="ADAL" clId="{F222F23E-C05C-41A5-8737-0FB73E605679}" dt="2024-05-15T18:14:29.598" v="3662" actId="27803"/>
          <ac:spMkLst>
            <pc:docMk/>
            <pc:sldMk cId="2450843790" sldId="257"/>
            <ac:spMk id="87" creationId="{9208948C-F27B-CF58-0529-AEB2BC441D5B}"/>
          </ac:spMkLst>
        </pc:spChg>
        <pc:spChg chg="mod">
          <ac:chgData name="Đinh Trần Thảo Phương" userId="21b2fe43-fe83-4dbe-8475-159cec80e33c" providerId="ADAL" clId="{F222F23E-C05C-41A5-8737-0FB73E605679}" dt="2024-05-15T18:14:29.598" v="3662" actId="27803"/>
          <ac:spMkLst>
            <pc:docMk/>
            <pc:sldMk cId="2450843790" sldId="257"/>
            <ac:spMk id="89" creationId="{341068C7-4169-2BFD-E51C-B4F7D47463C8}"/>
          </ac:spMkLst>
        </pc:spChg>
        <pc:spChg chg="mod">
          <ac:chgData name="Đinh Trần Thảo Phương" userId="21b2fe43-fe83-4dbe-8475-159cec80e33c" providerId="ADAL" clId="{F222F23E-C05C-41A5-8737-0FB73E605679}" dt="2024-05-15T18:14:29.598" v="3662" actId="27803"/>
          <ac:spMkLst>
            <pc:docMk/>
            <pc:sldMk cId="2450843790" sldId="257"/>
            <ac:spMk id="90" creationId="{CA283508-C766-FC7C-E610-E5A18EF31E36}"/>
          </ac:spMkLst>
        </pc:spChg>
        <pc:spChg chg="mod">
          <ac:chgData name="Đinh Trần Thảo Phương" userId="21b2fe43-fe83-4dbe-8475-159cec80e33c" providerId="ADAL" clId="{F222F23E-C05C-41A5-8737-0FB73E605679}" dt="2024-05-15T18:14:29.598" v="3662" actId="27803"/>
          <ac:spMkLst>
            <pc:docMk/>
            <pc:sldMk cId="2450843790" sldId="257"/>
            <ac:spMk id="92" creationId="{8B605D2C-8428-DCA5-95E2-D967965E7456}"/>
          </ac:spMkLst>
        </pc:spChg>
        <pc:spChg chg="mod">
          <ac:chgData name="Đinh Trần Thảo Phương" userId="21b2fe43-fe83-4dbe-8475-159cec80e33c" providerId="ADAL" clId="{F222F23E-C05C-41A5-8737-0FB73E605679}" dt="2024-05-15T18:14:29.598" v="3662" actId="27803"/>
          <ac:spMkLst>
            <pc:docMk/>
            <pc:sldMk cId="2450843790" sldId="257"/>
            <ac:spMk id="93" creationId="{FB1FE30E-0AB8-DF54-68D9-5F1653824B05}"/>
          </ac:spMkLst>
        </pc:spChg>
        <pc:spChg chg="mod">
          <ac:chgData name="Đinh Trần Thảo Phương" userId="21b2fe43-fe83-4dbe-8475-159cec80e33c" providerId="ADAL" clId="{F222F23E-C05C-41A5-8737-0FB73E605679}" dt="2024-05-15T18:14:29.598" v="3662" actId="27803"/>
          <ac:spMkLst>
            <pc:docMk/>
            <pc:sldMk cId="2450843790" sldId="257"/>
            <ac:spMk id="94" creationId="{4DBA8C3E-2695-0BCB-1EF7-0F5AAD2EA847}"/>
          </ac:spMkLst>
        </pc:spChg>
        <pc:spChg chg="mod">
          <ac:chgData name="Đinh Trần Thảo Phương" userId="21b2fe43-fe83-4dbe-8475-159cec80e33c" providerId="ADAL" clId="{F222F23E-C05C-41A5-8737-0FB73E605679}" dt="2024-05-15T18:14:29.598" v="3662" actId="27803"/>
          <ac:spMkLst>
            <pc:docMk/>
            <pc:sldMk cId="2450843790" sldId="257"/>
            <ac:spMk id="95" creationId="{8AC312DE-9952-F7FA-05BB-2CF96B52871F}"/>
          </ac:spMkLst>
        </pc:spChg>
        <pc:spChg chg="mod">
          <ac:chgData name="Đinh Trần Thảo Phương" userId="21b2fe43-fe83-4dbe-8475-159cec80e33c" providerId="ADAL" clId="{F222F23E-C05C-41A5-8737-0FB73E605679}" dt="2024-05-15T18:14:29.598" v="3662" actId="27803"/>
          <ac:spMkLst>
            <pc:docMk/>
            <pc:sldMk cId="2450843790" sldId="257"/>
            <ac:spMk id="96" creationId="{9B3F032E-EC8F-D56E-270D-11BA9F9C15B4}"/>
          </ac:spMkLst>
        </pc:spChg>
        <pc:spChg chg="mod">
          <ac:chgData name="Đinh Trần Thảo Phương" userId="21b2fe43-fe83-4dbe-8475-159cec80e33c" providerId="ADAL" clId="{F222F23E-C05C-41A5-8737-0FB73E605679}" dt="2024-05-15T18:14:29.598" v="3662" actId="27803"/>
          <ac:spMkLst>
            <pc:docMk/>
            <pc:sldMk cId="2450843790" sldId="257"/>
            <ac:spMk id="97" creationId="{35D6836D-711D-E0E3-9DE7-667BB9657E8E}"/>
          </ac:spMkLst>
        </pc:spChg>
        <pc:spChg chg="mod">
          <ac:chgData name="Đinh Trần Thảo Phương" userId="21b2fe43-fe83-4dbe-8475-159cec80e33c" providerId="ADAL" clId="{F222F23E-C05C-41A5-8737-0FB73E605679}" dt="2024-05-15T18:14:29.598" v="3662" actId="27803"/>
          <ac:spMkLst>
            <pc:docMk/>
            <pc:sldMk cId="2450843790" sldId="257"/>
            <ac:spMk id="98" creationId="{861BE8FB-C4F4-747D-917C-CD65BDF8C389}"/>
          </ac:spMkLst>
        </pc:spChg>
        <pc:spChg chg="mod">
          <ac:chgData name="Đinh Trần Thảo Phương" userId="21b2fe43-fe83-4dbe-8475-159cec80e33c" providerId="ADAL" clId="{F222F23E-C05C-41A5-8737-0FB73E605679}" dt="2024-05-15T18:14:29.598" v="3662" actId="27803"/>
          <ac:spMkLst>
            <pc:docMk/>
            <pc:sldMk cId="2450843790" sldId="257"/>
            <ac:spMk id="99" creationId="{F5B4CE3C-58B4-D27E-4CD2-E6BB4985ECDB}"/>
          </ac:spMkLst>
        </pc:spChg>
        <pc:spChg chg="mod">
          <ac:chgData name="Đinh Trần Thảo Phương" userId="21b2fe43-fe83-4dbe-8475-159cec80e33c" providerId="ADAL" clId="{F222F23E-C05C-41A5-8737-0FB73E605679}" dt="2024-05-15T18:14:29.598" v="3662" actId="27803"/>
          <ac:spMkLst>
            <pc:docMk/>
            <pc:sldMk cId="2450843790" sldId="257"/>
            <ac:spMk id="100" creationId="{9F922D39-EF0A-A296-B6D1-45D01F595FDD}"/>
          </ac:spMkLst>
        </pc:spChg>
        <pc:spChg chg="mod">
          <ac:chgData name="Đinh Trần Thảo Phương" userId="21b2fe43-fe83-4dbe-8475-159cec80e33c" providerId="ADAL" clId="{F222F23E-C05C-41A5-8737-0FB73E605679}" dt="2024-05-15T18:14:29.598" v="3662" actId="27803"/>
          <ac:spMkLst>
            <pc:docMk/>
            <pc:sldMk cId="2450843790" sldId="257"/>
            <ac:spMk id="102" creationId="{98880FC1-ACEA-DAEB-FA27-283EA43879A5}"/>
          </ac:spMkLst>
        </pc:spChg>
        <pc:spChg chg="mod">
          <ac:chgData name="Đinh Trần Thảo Phương" userId="21b2fe43-fe83-4dbe-8475-159cec80e33c" providerId="ADAL" clId="{F222F23E-C05C-41A5-8737-0FB73E605679}" dt="2024-05-15T18:14:29.598" v="3662" actId="27803"/>
          <ac:spMkLst>
            <pc:docMk/>
            <pc:sldMk cId="2450843790" sldId="257"/>
            <ac:spMk id="103" creationId="{9476C1EB-4E81-E18A-949F-34609CC3A2F1}"/>
          </ac:spMkLst>
        </pc:spChg>
        <pc:spChg chg="mod">
          <ac:chgData name="Đinh Trần Thảo Phương" userId="21b2fe43-fe83-4dbe-8475-159cec80e33c" providerId="ADAL" clId="{F222F23E-C05C-41A5-8737-0FB73E605679}" dt="2024-05-15T18:14:29.598" v="3662" actId="27803"/>
          <ac:spMkLst>
            <pc:docMk/>
            <pc:sldMk cId="2450843790" sldId="257"/>
            <ac:spMk id="105" creationId="{B9DB3DF9-3EEF-1AF9-9C37-5526D09E7363}"/>
          </ac:spMkLst>
        </pc:spChg>
        <pc:spChg chg="mod">
          <ac:chgData name="Đinh Trần Thảo Phương" userId="21b2fe43-fe83-4dbe-8475-159cec80e33c" providerId="ADAL" clId="{F222F23E-C05C-41A5-8737-0FB73E605679}" dt="2024-05-15T18:14:29.598" v="3662" actId="27803"/>
          <ac:spMkLst>
            <pc:docMk/>
            <pc:sldMk cId="2450843790" sldId="257"/>
            <ac:spMk id="106" creationId="{23A9472E-D8BF-49AE-FC40-CB5D29F30A31}"/>
          </ac:spMkLst>
        </pc:spChg>
        <pc:spChg chg="mod">
          <ac:chgData name="Đinh Trần Thảo Phương" userId="21b2fe43-fe83-4dbe-8475-159cec80e33c" providerId="ADAL" clId="{F222F23E-C05C-41A5-8737-0FB73E605679}" dt="2024-05-15T18:14:29.598" v="3662" actId="27803"/>
          <ac:spMkLst>
            <pc:docMk/>
            <pc:sldMk cId="2450843790" sldId="257"/>
            <ac:spMk id="107" creationId="{79CB9D93-9AB6-A6C4-1E96-C69978CA50F0}"/>
          </ac:spMkLst>
        </pc:spChg>
        <pc:spChg chg="mod">
          <ac:chgData name="Đinh Trần Thảo Phương" userId="21b2fe43-fe83-4dbe-8475-159cec80e33c" providerId="ADAL" clId="{F222F23E-C05C-41A5-8737-0FB73E605679}" dt="2024-05-15T18:14:29.598" v="3662" actId="27803"/>
          <ac:spMkLst>
            <pc:docMk/>
            <pc:sldMk cId="2450843790" sldId="257"/>
            <ac:spMk id="108" creationId="{F74F00A9-DD15-1050-EB0B-92F20D197132}"/>
          </ac:spMkLst>
        </pc:spChg>
        <pc:spChg chg="mod">
          <ac:chgData name="Đinh Trần Thảo Phương" userId="21b2fe43-fe83-4dbe-8475-159cec80e33c" providerId="ADAL" clId="{F222F23E-C05C-41A5-8737-0FB73E605679}" dt="2024-05-15T18:14:29.598" v="3662" actId="27803"/>
          <ac:spMkLst>
            <pc:docMk/>
            <pc:sldMk cId="2450843790" sldId="257"/>
            <ac:spMk id="109" creationId="{0C941759-6DA4-7677-BBF6-2906A70A8657}"/>
          </ac:spMkLst>
        </pc:spChg>
        <pc:spChg chg="mod">
          <ac:chgData name="Đinh Trần Thảo Phương" userId="21b2fe43-fe83-4dbe-8475-159cec80e33c" providerId="ADAL" clId="{F222F23E-C05C-41A5-8737-0FB73E605679}" dt="2024-05-15T18:14:29.598" v="3662" actId="27803"/>
          <ac:spMkLst>
            <pc:docMk/>
            <pc:sldMk cId="2450843790" sldId="257"/>
            <ac:spMk id="110" creationId="{9FF9599F-A446-2751-6E9D-806CC7419CF6}"/>
          </ac:spMkLst>
        </pc:spChg>
        <pc:spChg chg="mod">
          <ac:chgData name="Đinh Trần Thảo Phương" userId="21b2fe43-fe83-4dbe-8475-159cec80e33c" providerId="ADAL" clId="{F222F23E-C05C-41A5-8737-0FB73E605679}" dt="2024-05-15T18:14:29.598" v="3662" actId="27803"/>
          <ac:spMkLst>
            <pc:docMk/>
            <pc:sldMk cId="2450843790" sldId="257"/>
            <ac:spMk id="111" creationId="{9630595D-6EC6-8368-DB32-4DF670ECC5C3}"/>
          </ac:spMkLst>
        </pc:spChg>
        <pc:spChg chg="mod">
          <ac:chgData name="Đinh Trần Thảo Phương" userId="21b2fe43-fe83-4dbe-8475-159cec80e33c" providerId="ADAL" clId="{F222F23E-C05C-41A5-8737-0FB73E605679}" dt="2024-05-15T18:14:29.598" v="3662" actId="27803"/>
          <ac:spMkLst>
            <pc:docMk/>
            <pc:sldMk cId="2450843790" sldId="257"/>
            <ac:spMk id="113" creationId="{FA961514-9488-62F8-C1FF-31075DF947DD}"/>
          </ac:spMkLst>
        </pc:spChg>
        <pc:spChg chg="mod">
          <ac:chgData name="Đinh Trần Thảo Phương" userId="21b2fe43-fe83-4dbe-8475-159cec80e33c" providerId="ADAL" clId="{F222F23E-C05C-41A5-8737-0FB73E605679}" dt="2024-05-15T18:14:29.598" v="3662" actId="27803"/>
          <ac:spMkLst>
            <pc:docMk/>
            <pc:sldMk cId="2450843790" sldId="257"/>
            <ac:spMk id="114" creationId="{FC004DB8-05EA-C3B0-F485-C0925411F0EF}"/>
          </ac:spMkLst>
        </pc:spChg>
        <pc:spChg chg="mod">
          <ac:chgData name="Đinh Trần Thảo Phương" userId="21b2fe43-fe83-4dbe-8475-159cec80e33c" providerId="ADAL" clId="{F222F23E-C05C-41A5-8737-0FB73E605679}" dt="2024-05-15T18:14:29.598" v="3662" actId="27803"/>
          <ac:spMkLst>
            <pc:docMk/>
            <pc:sldMk cId="2450843790" sldId="257"/>
            <ac:spMk id="116" creationId="{6EF4AA69-079A-FAF8-4D31-E30377633D29}"/>
          </ac:spMkLst>
        </pc:spChg>
        <pc:spChg chg="mod">
          <ac:chgData name="Đinh Trần Thảo Phương" userId="21b2fe43-fe83-4dbe-8475-159cec80e33c" providerId="ADAL" clId="{F222F23E-C05C-41A5-8737-0FB73E605679}" dt="2024-05-15T18:14:29.598" v="3662" actId="27803"/>
          <ac:spMkLst>
            <pc:docMk/>
            <pc:sldMk cId="2450843790" sldId="257"/>
            <ac:spMk id="117" creationId="{12104989-ACD5-1E5F-EFD7-EF543AE730F4}"/>
          </ac:spMkLst>
        </pc:spChg>
        <pc:spChg chg="mod">
          <ac:chgData name="Đinh Trần Thảo Phương" userId="21b2fe43-fe83-4dbe-8475-159cec80e33c" providerId="ADAL" clId="{F222F23E-C05C-41A5-8737-0FB73E605679}" dt="2024-05-15T18:14:29.598" v="3662" actId="27803"/>
          <ac:spMkLst>
            <pc:docMk/>
            <pc:sldMk cId="2450843790" sldId="257"/>
            <ac:spMk id="119" creationId="{A73BE0BC-7333-BF5B-5BE9-FA74839BE3F9}"/>
          </ac:spMkLst>
        </pc:spChg>
        <pc:spChg chg="mod">
          <ac:chgData name="Đinh Trần Thảo Phương" userId="21b2fe43-fe83-4dbe-8475-159cec80e33c" providerId="ADAL" clId="{F222F23E-C05C-41A5-8737-0FB73E605679}" dt="2024-05-15T18:14:29.598" v="3662" actId="27803"/>
          <ac:spMkLst>
            <pc:docMk/>
            <pc:sldMk cId="2450843790" sldId="257"/>
            <ac:spMk id="120" creationId="{7CB4492F-64C3-0374-2B13-06B793179D60}"/>
          </ac:spMkLst>
        </pc:spChg>
        <pc:spChg chg="mod">
          <ac:chgData name="Đinh Trần Thảo Phương" userId="21b2fe43-fe83-4dbe-8475-159cec80e33c" providerId="ADAL" clId="{F222F23E-C05C-41A5-8737-0FB73E605679}" dt="2024-05-15T18:14:29.598" v="3662" actId="27803"/>
          <ac:spMkLst>
            <pc:docMk/>
            <pc:sldMk cId="2450843790" sldId="257"/>
            <ac:spMk id="122" creationId="{4EAF2F58-82EB-E13E-54D9-9EE866A46F74}"/>
          </ac:spMkLst>
        </pc:spChg>
        <pc:spChg chg="mod">
          <ac:chgData name="Đinh Trần Thảo Phương" userId="21b2fe43-fe83-4dbe-8475-159cec80e33c" providerId="ADAL" clId="{F222F23E-C05C-41A5-8737-0FB73E605679}" dt="2024-05-15T18:14:29.598" v="3662" actId="27803"/>
          <ac:spMkLst>
            <pc:docMk/>
            <pc:sldMk cId="2450843790" sldId="257"/>
            <ac:spMk id="123" creationId="{C02EE064-97DA-E9BD-7AFD-BEDFD90A6138}"/>
          </ac:spMkLst>
        </pc:spChg>
        <pc:spChg chg="mod">
          <ac:chgData name="Đinh Trần Thảo Phương" userId="21b2fe43-fe83-4dbe-8475-159cec80e33c" providerId="ADAL" clId="{F222F23E-C05C-41A5-8737-0FB73E605679}" dt="2024-05-15T18:14:29.598" v="3662" actId="27803"/>
          <ac:spMkLst>
            <pc:docMk/>
            <pc:sldMk cId="2450843790" sldId="257"/>
            <ac:spMk id="125" creationId="{5916338D-B1C1-FB8D-CD7E-6073967485D7}"/>
          </ac:spMkLst>
        </pc:spChg>
        <pc:spChg chg="mod">
          <ac:chgData name="Đinh Trần Thảo Phương" userId="21b2fe43-fe83-4dbe-8475-159cec80e33c" providerId="ADAL" clId="{F222F23E-C05C-41A5-8737-0FB73E605679}" dt="2024-05-15T18:14:29.598" v="3662" actId="27803"/>
          <ac:spMkLst>
            <pc:docMk/>
            <pc:sldMk cId="2450843790" sldId="257"/>
            <ac:spMk id="126" creationId="{D705FB02-DE03-E669-39EE-5296F07B0780}"/>
          </ac:spMkLst>
        </pc:spChg>
        <pc:grpChg chg="del mod">
          <ac:chgData name="Đinh Trần Thảo Phương" userId="21b2fe43-fe83-4dbe-8475-159cec80e33c" providerId="ADAL" clId="{F222F23E-C05C-41A5-8737-0FB73E605679}" dt="2024-05-15T18:14:29.598" v="3662" actId="27803"/>
          <ac:grpSpMkLst>
            <pc:docMk/>
            <pc:sldMk cId="2450843790" sldId="257"/>
            <ac:grpSpMk id="36" creationId="{3B450282-52C1-CE13-C1A7-E7AAB7D4CD1C}"/>
          </ac:grpSpMkLst>
        </pc:grpChg>
        <pc:grpChg chg="mod modVis">
          <ac:chgData name="Đinh Trần Thảo Phương" userId="21b2fe43-fe83-4dbe-8475-159cec80e33c" providerId="ADAL" clId="{F222F23E-C05C-41A5-8737-0FB73E605679}" dt="2024-05-15T18:18:16.250" v="3674" actId="14429"/>
          <ac:grpSpMkLst>
            <pc:docMk/>
            <pc:sldMk cId="2450843790" sldId="257"/>
            <ac:grpSpMk id="37" creationId="{BD767C04-7099-433B-9B52-9EC1FDFD2A52}"/>
          </ac:grpSpMkLst>
        </pc:grpChg>
        <pc:grpChg chg="mod">
          <ac:chgData name="Đinh Trần Thảo Phương" userId="21b2fe43-fe83-4dbe-8475-159cec80e33c" providerId="ADAL" clId="{F222F23E-C05C-41A5-8737-0FB73E605679}" dt="2024-05-15T18:14:29.598" v="3662" actId="27803"/>
          <ac:grpSpMkLst>
            <pc:docMk/>
            <pc:sldMk cId="2450843790" sldId="257"/>
            <ac:grpSpMk id="38" creationId="{9BAC68D8-E42F-8B51-2259-EBEC91B3B16A}"/>
          </ac:grpSpMkLst>
        </pc:grpChg>
        <pc:grpChg chg="mod">
          <ac:chgData name="Đinh Trần Thảo Phương" userId="21b2fe43-fe83-4dbe-8475-159cec80e33c" providerId="ADAL" clId="{F222F23E-C05C-41A5-8737-0FB73E605679}" dt="2024-05-15T18:14:29.598" v="3662" actId="27803"/>
          <ac:grpSpMkLst>
            <pc:docMk/>
            <pc:sldMk cId="2450843790" sldId="257"/>
            <ac:grpSpMk id="60" creationId="{87A78B6E-2445-B092-D1D5-CDA44093A5AC}"/>
          </ac:grpSpMkLst>
        </pc:grpChg>
        <pc:grpChg chg="mod">
          <ac:chgData name="Đinh Trần Thảo Phương" userId="21b2fe43-fe83-4dbe-8475-159cec80e33c" providerId="ADAL" clId="{F222F23E-C05C-41A5-8737-0FB73E605679}" dt="2024-05-15T18:14:29.598" v="3662" actId="27803"/>
          <ac:grpSpMkLst>
            <pc:docMk/>
            <pc:sldMk cId="2450843790" sldId="257"/>
            <ac:grpSpMk id="77" creationId="{0ED3BCD5-795F-51F6-3410-2CD70B8A3A87}"/>
          </ac:grpSpMkLst>
        </pc:grpChg>
        <pc:grpChg chg="mod">
          <ac:chgData name="Đinh Trần Thảo Phương" userId="21b2fe43-fe83-4dbe-8475-159cec80e33c" providerId="ADAL" clId="{F222F23E-C05C-41A5-8737-0FB73E605679}" dt="2024-05-15T18:14:29.598" v="3662" actId="27803"/>
          <ac:grpSpMkLst>
            <pc:docMk/>
            <pc:sldMk cId="2450843790" sldId="257"/>
            <ac:grpSpMk id="80" creationId="{89AAD1E9-3036-C43B-7098-0F75DFB8D811}"/>
          </ac:grpSpMkLst>
        </pc:grpChg>
        <pc:grpChg chg="mod">
          <ac:chgData name="Đinh Trần Thảo Phương" userId="21b2fe43-fe83-4dbe-8475-159cec80e33c" providerId="ADAL" clId="{F222F23E-C05C-41A5-8737-0FB73E605679}" dt="2024-05-15T18:14:29.598" v="3662" actId="27803"/>
          <ac:grpSpMkLst>
            <pc:docMk/>
            <pc:sldMk cId="2450843790" sldId="257"/>
            <ac:grpSpMk id="88" creationId="{275E8FB7-5028-47B1-36ED-7F8DA243C186}"/>
          </ac:grpSpMkLst>
        </pc:grpChg>
        <pc:grpChg chg="mod">
          <ac:chgData name="Đinh Trần Thảo Phương" userId="21b2fe43-fe83-4dbe-8475-159cec80e33c" providerId="ADAL" clId="{F222F23E-C05C-41A5-8737-0FB73E605679}" dt="2024-05-15T18:14:29.598" v="3662" actId="27803"/>
          <ac:grpSpMkLst>
            <pc:docMk/>
            <pc:sldMk cId="2450843790" sldId="257"/>
            <ac:grpSpMk id="91" creationId="{C18A04EB-8EDB-FA69-69CC-8B993C7AB137}"/>
          </ac:grpSpMkLst>
        </pc:grpChg>
        <pc:grpChg chg="mod">
          <ac:chgData name="Đinh Trần Thảo Phương" userId="21b2fe43-fe83-4dbe-8475-159cec80e33c" providerId="ADAL" clId="{F222F23E-C05C-41A5-8737-0FB73E605679}" dt="2024-05-15T18:14:29.598" v="3662" actId="27803"/>
          <ac:grpSpMkLst>
            <pc:docMk/>
            <pc:sldMk cId="2450843790" sldId="257"/>
            <ac:grpSpMk id="101" creationId="{6FE075FB-3727-308D-F409-97C064ED41A6}"/>
          </ac:grpSpMkLst>
        </pc:grpChg>
        <pc:grpChg chg="mod">
          <ac:chgData name="Đinh Trần Thảo Phương" userId="21b2fe43-fe83-4dbe-8475-159cec80e33c" providerId="ADAL" clId="{F222F23E-C05C-41A5-8737-0FB73E605679}" dt="2024-05-15T18:14:29.598" v="3662" actId="27803"/>
          <ac:grpSpMkLst>
            <pc:docMk/>
            <pc:sldMk cId="2450843790" sldId="257"/>
            <ac:grpSpMk id="104" creationId="{C8BC042C-9FFE-ED5F-68B7-9301A19C7D2D}"/>
          </ac:grpSpMkLst>
        </pc:grpChg>
        <pc:grpChg chg="mod">
          <ac:chgData name="Đinh Trần Thảo Phương" userId="21b2fe43-fe83-4dbe-8475-159cec80e33c" providerId="ADAL" clId="{F222F23E-C05C-41A5-8737-0FB73E605679}" dt="2024-05-15T18:14:29.598" v="3662" actId="27803"/>
          <ac:grpSpMkLst>
            <pc:docMk/>
            <pc:sldMk cId="2450843790" sldId="257"/>
            <ac:grpSpMk id="112" creationId="{DD3CE3B9-5B6A-6C32-FB54-92BEC52669BD}"/>
          </ac:grpSpMkLst>
        </pc:grpChg>
        <pc:grpChg chg="mod">
          <ac:chgData name="Đinh Trần Thảo Phương" userId="21b2fe43-fe83-4dbe-8475-159cec80e33c" providerId="ADAL" clId="{F222F23E-C05C-41A5-8737-0FB73E605679}" dt="2024-05-15T18:14:29.598" v="3662" actId="27803"/>
          <ac:grpSpMkLst>
            <pc:docMk/>
            <pc:sldMk cId="2450843790" sldId="257"/>
            <ac:grpSpMk id="115" creationId="{2A429587-86A6-4256-D45F-9F2249C093BC}"/>
          </ac:grpSpMkLst>
        </pc:grpChg>
        <pc:grpChg chg="mod">
          <ac:chgData name="Đinh Trần Thảo Phương" userId="21b2fe43-fe83-4dbe-8475-159cec80e33c" providerId="ADAL" clId="{F222F23E-C05C-41A5-8737-0FB73E605679}" dt="2024-05-15T18:14:29.598" v="3662" actId="27803"/>
          <ac:grpSpMkLst>
            <pc:docMk/>
            <pc:sldMk cId="2450843790" sldId="257"/>
            <ac:grpSpMk id="118" creationId="{FC5BE9B7-DAC8-2E5F-9905-F3FC01EA2578}"/>
          </ac:grpSpMkLst>
        </pc:grpChg>
        <pc:grpChg chg="mod">
          <ac:chgData name="Đinh Trần Thảo Phương" userId="21b2fe43-fe83-4dbe-8475-159cec80e33c" providerId="ADAL" clId="{F222F23E-C05C-41A5-8737-0FB73E605679}" dt="2024-05-15T18:14:29.598" v="3662" actId="27803"/>
          <ac:grpSpMkLst>
            <pc:docMk/>
            <pc:sldMk cId="2450843790" sldId="257"/>
            <ac:grpSpMk id="121" creationId="{05E16ED3-1A07-286B-70F6-E58A1B9BC78D}"/>
          </ac:grpSpMkLst>
        </pc:grpChg>
        <pc:grpChg chg="mod">
          <ac:chgData name="Đinh Trần Thảo Phương" userId="21b2fe43-fe83-4dbe-8475-159cec80e33c" providerId="ADAL" clId="{F222F23E-C05C-41A5-8737-0FB73E605679}" dt="2024-05-15T18:14:29.598" v="3662" actId="27803"/>
          <ac:grpSpMkLst>
            <pc:docMk/>
            <pc:sldMk cId="2450843790" sldId="257"/>
            <ac:grpSpMk id="124" creationId="{DF8AE189-5CD9-6713-5128-B22CE5A3FCAA}"/>
          </ac:grpSpMkLst>
        </pc:grpChg>
        <pc:picChg chg="del mod">
          <ac:chgData name="Đinh Trần Thảo Phương" userId="21b2fe43-fe83-4dbe-8475-159cec80e33c" providerId="ADAL" clId="{F222F23E-C05C-41A5-8737-0FB73E605679}" dt="2024-05-15T18:14:29.598" v="3662" actId="27803"/>
          <ac:picMkLst>
            <pc:docMk/>
            <pc:sldMk cId="2450843790" sldId="257"/>
            <ac:picMk id="31" creationId="{F19CE369-94D1-8CE9-C37D-A699824EF191}"/>
          </ac:picMkLst>
        </pc:picChg>
        <pc:picChg chg="del mod">
          <ac:chgData name="Đinh Trần Thảo Phương" userId="21b2fe43-fe83-4dbe-8475-159cec80e33c" providerId="ADAL" clId="{F222F23E-C05C-41A5-8737-0FB73E605679}" dt="2024-05-15T18:14:45.016" v="3663" actId="478"/>
          <ac:picMkLst>
            <pc:docMk/>
            <pc:sldMk cId="2450843790" sldId="257"/>
            <ac:picMk id="127" creationId="{A00F6007-95F4-4687-DFE8-32B964C0A4AB}"/>
          </ac:picMkLst>
        </pc:picChg>
        <pc:cxnChg chg="mod">
          <ac:chgData name="Đinh Trần Thảo Phương" userId="21b2fe43-fe83-4dbe-8475-159cec80e33c" providerId="ADAL" clId="{F222F23E-C05C-41A5-8737-0FB73E605679}" dt="2024-05-15T16:14:48.182" v="19" actId="1076"/>
          <ac:cxnSpMkLst>
            <pc:docMk/>
            <pc:sldMk cId="2450843790" sldId="257"/>
            <ac:cxnSpMk id="10" creationId="{E1CEA86B-F0DB-0B1D-7564-4D300B2BD23B}"/>
          </ac:cxnSpMkLst>
        </pc:cxnChg>
        <pc:cxnChg chg="mod">
          <ac:chgData name="Đinh Trần Thảo Phương" userId="21b2fe43-fe83-4dbe-8475-159cec80e33c" providerId="ADAL" clId="{F222F23E-C05C-41A5-8737-0FB73E605679}" dt="2024-05-15T16:14:48.182" v="19" actId="1076"/>
          <ac:cxnSpMkLst>
            <pc:docMk/>
            <pc:sldMk cId="2450843790" sldId="257"/>
            <ac:cxnSpMk id="13" creationId="{08EB400B-10C3-76CE-7E55-1DD130103661}"/>
          </ac:cxnSpMkLst>
        </pc:cxnChg>
        <pc:cxnChg chg="mod">
          <ac:chgData name="Đinh Trần Thảo Phương" userId="21b2fe43-fe83-4dbe-8475-159cec80e33c" providerId="ADAL" clId="{F222F23E-C05C-41A5-8737-0FB73E605679}" dt="2024-05-15T16:14:31.919" v="16" actId="1076"/>
          <ac:cxnSpMkLst>
            <pc:docMk/>
            <pc:sldMk cId="2450843790" sldId="257"/>
            <ac:cxnSpMk id="14" creationId="{C94940FE-C37A-701E-7812-2B94FB3D991E}"/>
          </ac:cxnSpMkLst>
        </pc:cxnChg>
        <pc:cxnChg chg="mod">
          <ac:chgData name="Đinh Trần Thảo Phương" userId="21b2fe43-fe83-4dbe-8475-159cec80e33c" providerId="ADAL" clId="{F222F23E-C05C-41A5-8737-0FB73E605679}" dt="2024-05-15T16:14:31.919" v="16" actId="1076"/>
          <ac:cxnSpMkLst>
            <pc:docMk/>
            <pc:sldMk cId="2450843790" sldId="257"/>
            <ac:cxnSpMk id="15" creationId="{5ACAEB4E-B9BA-7EA1-0A63-5F185F921BB9}"/>
          </ac:cxnSpMkLst>
        </pc:cxnChg>
        <pc:cxnChg chg="mod">
          <ac:chgData name="Đinh Trần Thảo Phương" userId="21b2fe43-fe83-4dbe-8475-159cec80e33c" providerId="ADAL" clId="{F222F23E-C05C-41A5-8737-0FB73E605679}" dt="2024-05-15T16:14:48.182" v="19" actId="1076"/>
          <ac:cxnSpMkLst>
            <pc:docMk/>
            <pc:sldMk cId="2450843790" sldId="257"/>
            <ac:cxnSpMk id="16" creationId="{0D06CEF2-28F2-A40B-3D39-D58DA25E5442}"/>
          </ac:cxnSpMkLst>
        </pc:cxnChg>
        <pc:cxnChg chg="mod">
          <ac:chgData name="Đinh Trần Thảo Phương" userId="21b2fe43-fe83-4dbe-8475-159cec80e33c" providerId="ADAL" clId="{F222F23E-C05C-41A5-8737-0FB73E605679}" dt="2024-05-15T16:14:48.182" v="19" actId="1076"/>
          <ac:cxnSpMkLst>
            <pc:docMk/>
            <pc:sldMk cId="2450843790" sldId="257"/>
            <ac:cxnSpMk id="17" creationId="{A1BCF5AF-A169-4A86-54A2-3727994E19E6}"/>
          </ac:cxnSpMkLst>
        </pc:cxnChg>
        <pc:cxnChg chg="mod">
          <ac:chgData name="Đinh Trần Thảo Phương" userId="21b2fe43-fe83-4dbe-8475-159cec80e33c" providerId="ADAL" clId="{F222F23E-C05C-41A5-8737-0FB73E605679}" dt="2024-05-15T16:14:48.182" v="19" actId="1076"/>
          <ac:cxnSpMkLst>
            <pc:docMk/>
            <pc:sldMk cId="2450843790" sldId="257"/>
            <ac:cxnSpMk id="18" creationId="{B9AB9B78-80D9-3340-D91C-6CEE48541DD7}"/>
          </ac:cxnSpMkLst>
        </pc:cxnChg>
      </pc:sldChg>
      <pc:sldChg chg="addSp delSp modSp new mod modTransition">
        <pc:chgData name="Đinh Trần Thảo Phương" userId="21b2fe43-fe83-4dbe-8475-159cec80e33c" providerId="ADAL" clId="{F222F23E-C05C-41A5-8737-0FB73E605679}" dt="2024-05-15T19:00:43.406" v="5578" actId="165"/>
        <pc:sldMkLst>
          <pc:docMk/>
          <pc:sldMk cId="3815524060" sldId="258"/>
        </pc:sldMkLst>
        <pc:spChg chg="del">
          <ac:chgData name="Đinh Trần Thảo Phương" userId="21b2fe43-fe83-4dbe-8475-159cec80e33c" providerId="ADAL" clId="{F222F23E-C05C-41A5-8737-0FB73E605679}" dt="2024-05-15T16:14:57.426" v="21" actId="478"/>
          <ac:spMkLst>
            <pc:docMk/>
            <pc:sldMk cId="3815524060" sldId="258"/>
            <ac:spMk id="2" creationId="{85776A25-EEDF-6BFE-AFD6-D8F801F5FC8B}"/>
          </ac:spMkLst>
        </pc:spChg>
        <pc:spChg chg="del">
          <ac:chgData name="Đinh Trần Thảo Phương" userId="21b2fe43-fe83-4dbe-8475-159cec80e33c" providerId="ADAL" clId="{F222F23E-C05C-41A5-8737-0FB73E605679}" dt="2024-05-15T16:14:57.426" v="21" actId="478"/>
          <ac:spMkLst>
            <pc:docMk/>
            <pc:sldMk cId="3815524060" sldId="258"/>
            <ac:spMk id="3" creationId="{99D3BE31-1FD4-75CB-3DF7-FF52DE10078A}"/>
          </ac:spMkLst>
        </pc:spChg>
        <pc:spChg chg="add mod modVis">
          <ac:chgData name="Đinh Trần Thảo Phương" userId="21b2fe43-fe83-4dbe-8475-159cec80e33c" providerId="ADAL" clId="{F222F23E-C05C-41A5-8737-0FB73E605679}" dt="2024-05-15T18:57:29.957" v="5349" actId="1037"/>
          <ac:spMkLst>
            <pc:docMk/>
            <pc:sldMk cId="3815524060" sldId="258"/>
            <ac:spMk id="6" creationId="{2792D9A4-70AD-2E62-EBF0-1FC9626698BE}"/>
          </ac:spMkLst>
        </pc:spChg>
        <pc:spChg chg="add mod modVis">
          <ac:chgData name="Đinh Trần Thảo Phương" userId="21b2fe43-fe83-4dbe-8475-159cec80e33c" providerId="ADAL" clId="{F222F23E-C05C-41A5-8737-0FB73E605679}" dt="2024-05-15T18:57:44.441" v="5440" actId="1037"/>
          <ac:spMkLst>
            <pc:docMk/>
            <pc:sldMk cId="3815524060" sldId="258"/>
            <ac:spMk id="7" creationId="{90EA9BD7-A578-CC95-A3FE-4D2C31BE1C7E}"/>
          </ac:spMkLst>
        </pc:spChg>
        <pc:spChg chg="add mod modVis">
          <ac:chgData name="Đinh Trần Thảo Phương" userId="21b2fe43-fe83-4dbe-8475-159cec80e33c" providerId="ADAL" clId="{F222F23E-C05C-41A5-8737-0FB73E605679}" dt="2024-05-15T18:57:36.889" v="5398" actId="1038"/>
          <ac:spMkLst>
            <pc:docMk/>
            <pc:sldMk cId="3815524060" sldId="258"/>
            <ac:spMk id="8" creationId="{2EBE8E49-6ED6-D61A-03F7-EFAFBB6C93CB}"/>
          </ac:spMkLst>
        </pc:spChg>
        <pc:spChg chg="add mod modVis">
          <ac:chgData name="Đinh Trần Thảo Phương" userId="21b2fe43-fe83-4dbe-8475-159cec80e33c" providerId="ADAL" clId="{F222F23E-C05C-41A5-8737-0FB73E605679}" dt="2024-05-15T18:57:53.657" v="5514" actId="1037"/>
          <ac:spMkLst>
            <pc:docMk/>
            <pc:sldMk cId="3815524060" sldId="258"/>
            <ac:spMk id="11" creationId="{6F67B9D7-D76E-07E5-7EB5-B3C6CB3B8583}"/>
          </ac:spMkLst>
        </pc:spChg>
        <pc:spChg chg="add mod ord modVis">
          <ac:chgData name="Đinh Trần Thảo Phương" userId="21b2fe43-fe83-4dbe-8475-159cec80e33c" providerId="ADAL" clId="{F222F23E-C05C-41A5-8737-0FB73E605679}" dt="2024-05-15T18:57:22.430" v="5278" actId="1038"/>
          <ac:spMkLst>
            <pc:docMk/>
            <pc:sldMk cId="3815524060" sldId="258"/>
            <ac:spMk id="12" creationId="{7A148494-DC90-9B7E-0787-EE94297BDC2C}"/>
          </ac:spMkLst>
        </pc:spChg>
        <pc:spChg chg="add del mod ord">
          <ac:chgData name="Đinh Trần Thảo Phương" userId="21b2fe43-fe83-4dbe-8475-159cec80e33c" providerId="ADAL" clId="{F222F23E-C05C-41A5-8737-0FB73E605679}" dt="2024-05-15T16:33:03.630" v="764" actId="478"/>
          <ac:spMkLst>
            <pc:docMk/>
            <pc:sldMk cId="3815524060" sldId="258"/>
            <ac:spMk id="13" creationId="{1EF7BB58-980D-A9CE-351E-11D75BCCF293}"/>
          </ac:spMkLst>
        </pc:spChg>
        <pc:spChg chg="add del mod">
          <ac:chgData name="Đinh Trần Thảo Phương" userId="21b2fe43-fe83-4dbe-8475-159cec80e33c" providerId="ADAL" clId="{F222F23E-C05C-41A5-8737-0FB73E605679}" dt="2024-05-15T16:46:13.717" v="1326" actId="478"/>
          <ac:spMkLst>
            <pc:docMk/>
            <pc:sldMk cId="3815524060" sldId="258"/>
            <ac:spMk id="17" creationId="{431A7D3F-3CA5-B1BA-B738-DE6E6D9CD2ED}"/>
          </ac:spMkLst>
        </pc:spChg>
        <pc:spChg chg="add del mod">
          <ac:chgData name="Đinh Trần Thảo Phương" userId="21b2fe43-fe83-4dbe-8475-159cec80e33c" providerId="ADAL" clId="{F222F23E-C05C-41A5-8737-0FB73E605679}" dt="2024-05-15T16:46:13.717" v="1326" actId="478"/>
          <ac:spMkLst>
            <pc:docMk/>
            <pc:sldMk cId="3815524060" sldId="258"/>
            <ac:spMk id="18" creationId="{5B34C06F-CF2C-5114-000C-36ACB13C70B0}"/>
          </ac:spMkLst>
        </pc:spChg>
        <pc:spChg chg="add mod">
          <ac:chgData name="Đinh Trần Thảo Phương" userId="21b2fe43-fe83-4dbe-8475-159cec80e33c" providerId="ADAL" clId="{F222F23E-C05C-41A5-8737-0FB73E605679}" dt="2024-05-15T16:46:34.435" v="1330" actId="2085"/>
          <ac:spMkLst>
            <pc:docMk/>
            <pc:sldMk cId="3815524060" sldId="258"/>
            <ac:spMk id="19" creationId="{E237D845-1B25-B60F-8347-93293DACB9D7}"/>
          </ac:spMkLst>
        </pc:spChg>
        <pc:spChg chg="add del mod">
          <ac:chgData name="Đinh Trần Thảo Phương" userId="21b2fe43-fe83-4dbe-8475-159cec80e33c" providerId="ADAL" clId="{F222F23E-C05C-41A5-8737-0FB73E605679}" dt="2024-05-15T16:47:17.629" v="1335" actId="478"/>
          <ac:spMkLst>
            <pc:docMk/>
            <pc:sldMk cId="3815524060" sldId="258"/>
            <ac:spMk id="20" creationId="{0A493778-EA37-B8BA-A079-ACD97C52C3B7}"/>
          </ac:spMkLst>
        </pc:spChg>
        <pc:grpChg chg="add mod">
          <ac:chgData name="Đinh Trần Thảo Phương" userId="21b2fe43-fe83-4dbe-8475-159cec80e33c" providerId="ADAL" clId="{F222F23E-C05C-41A5-8737-0FB73E605679}" dt="2024-05-15T16:30:31.193" v="759" actId="164"/>
          <ac:grpSpMkLst>
            <pc:docMk/>
            <pc:sldMk cId="3815524060" sldId="258"/>
            <ac:grpSpMk id="14" creationId="{B7092320-45FF-A72B-D98C-8899FD304BFD}"/>
          </ac:grpSpMkLst>
        </pc:grpChg>
        <pc:grpChg chg="add del mod">
          <ac:chgData name="Đinh Trần Thảo Phương" userId="21b2fe43-fe83-4dbe-8475-159cec80e33c" providerId="ADAL" clId="{F222F23E-C05C-41A5-8737-0FB73E605679}" dt="2024-05-15T19:00:43.406" v="5578" actId="165"/>
          <ac:grpSpMkLst>
            <pc:docMk/>
            <pc:sldMk cId="3815524060" sldId="258"/>
            <ac:grpSpMk id="31" creationId="{1863806D-8B97-F487-FF50-4C29D8A4A465}"/>
          </ac:grpSpMkLst>
        </pc:grpChg>
        <pc:picChg chg="add del mod">
          <ac:chgData name="Đinh Trần Thảo Phương" userId="21b2fe43-fe83-4dbe-8475-159cec80e33c" providerId="ADAL" clId="{F222F23E-C05C-41A5-8737-0FB73E605679}" dt="2024-05-15T16:19:01.193" v="161" actId="478"/>
          <ac:picMkLst>
            <pc:docMk/>
            <pc:sldMk cId="3815524060" sldId="258"/>
            <ac:picMk id="5" creationId="{E25A9D09-3FED-A3A3-6C7D-8F052EE8B193}"/>
          </ac:picMkLst>
        </pc:picChg>
        <pc:picChg chg="add del mod ord modVis modCrop">
          <ac:chgData name="Đinh Trần Thảo Phương" userId="21b2fe43-fe83-4dbe-8475-159cec80e33c" providerId="ADAL" clId="{F222F23E-C05C-41A5-8737-0FB73E605679}" dt="2024-05-15T16:32:58.800" v="762" actId="478"/>
          <ac:picMkLst>
            <pc:docMk/>
            <pc:sldMk cId="3815524060" sldId="258"/>
            <ac:picMk id="10" creationId="{877DC50E-F2B4-2E28-FD51-693989DE9A2C}"/>
          </ac:picMkLst>
        </pc:picChg>
        <pc:picChg chg="add mod ord">
          <ac:chgData name="Đinh Trần Thảo Phương" userId="21b2fe43-fe83-4dbe-8475-159cec80e33c" providerId="ADAL" clId="{F222F23E-C05C-41A5-8737-0FB73E605679}" dt="2024-05-15T18:55:06.935" v="5214"/>
          <ac:picMkLst>
            <pc:docMk/>
            <pc:sldMk cId="3815524060" sldId="258"/>
            <ac:picMk id="16" creationId="{BD41725D-C9B3-9353-42A2-8407D8E5D240}"/>
          </ac:picMkLst>
        </pc:picChg>
        <pc:picChg chg="add mod topLvl">
          <ac:chgData name="Đinh Trần Thảo Phương" userId="21b2fe43-fe83-4dbe-8475-159cec80e33c" providerId="ADAL" clId="{F222F23E-C05C-41A5-8737-0FB73E605679}" dt="2024-05-15T19:00:43.406" v="5578" actId="165"/>
          <ac:picMkLst>
            <pc:docMk/>
            <pc:sldMk cId="3815524060" sldId="258"/>
            <ac:picMk id="22" creationId="{8FF7EB33-1B21-8CCB-6D97-4955259DC123}"/>
          </ac:picMkLst>
        </pc:picChg>
        <pc:picChg chg="add mod topLvl">
          <ac:chgData name="Đinh Trần Thảo Phương" userId="21b2fe43-fe83-4dbe-8475-159cec80e33c" providerId="ADAL" clId="{F222F23E-C05C-41A5-8737-0FB73E605679}" dt="2024-05-15T19:00:43.406" v="5578" actId="165"/>
          <ac:picMkLst>
            <pc:docMk/>
            <pc:sldMk cId="3815524060" sldId="258"/>
            <ac:picMk id="24" creationId="{D58E0CD3-13A7-4EAE-7767-EA40BC00657F}"/>
          </ac:picMkLst>
        </pc:picChg>
        <pc:picChg chg="add mod topLvl">
          <ac:chgData name="Đinh Trần Thảo Phương" userId="21b2fe43-fe83-4dbe-8475-159cec80e33c" providerId="ADAL" clId="{F222F23E-C05C-41A5-8737-0FB73E605679}" dt="2024-05-15T19:00:43.406" v="5578" actId="165"/>
          <ac:picMkLst>
            <pc:docMk/>
            <pc:sldMk cId="3815524060" sldId="258"/>
            <ac:picMk id="26" creationId="{F5F0446C-E82E-9726-A458-C165E9E086DF}"/>
          </ac:picMkLst>
        </pc:picChg>
        <pc:picChg chg="add mod topLvl">
          <ac:chgData name="Đinh Trần Thảo Phương" userId="21b2fe43-fe83-4dbe-8475-159cec80e33c" providerId="ADAL" clId="{F222F23E-C05C-41A5-8737-0FB73E605679}" dt="2024-05-15T19:00:43.406" v="5578" actId="165"/>
          <ac:picMkLst>
            <pc:docMk/>
            <pc:sldMk cId="3815524060" sldId="258"/>
            <ac:picMk id="28" creationId="{449BF41E-C7AF-B764-BE72-D04E54EC50E7}"/>
          </ac:picMkLst>
        </pc:picChg>
        <pc:picChg chg="add mod topLvl">
          <ac:chgData name="Đinh Trần Thảo Phương" userId="21b2fe43-fe83-4dbe-8475-159cec80e33c" providerId="ADAL" clId="{F222F23E-C05C-41A5-8737-0FB73E605679}" dt="2024-05-15T19:00:43.406" v="5578" actId="165"/>
          <ac:picMkLst>
            <pc:docMk/>
            <pc:sldMk cId="3815524060" sldId="258"/>
            <ac:picMk id="30" creationId="{E05E115B-DCB0-D3DD-58DB-679F5D3A7C34}"/>
          </ac:picMkLst>
        </pc:picChg>
      </pc:sldChg>
      <pc:sldChg chg="addSp delSp modSp mod modTransition modAnim">
        <pc:chgData name="Đinh Trần Thảo Phương" userId="21b2fe43-fe83-4dbe-8475-159cec80e33c" providerId="ADAL" clId="{F222F23E-C05C-41A5-8737-0FB73E605679}" dt="2024-05-15T19:10:12.484" v="5794"/>
        <pc:sldMkLst>
          <pc:docMk/>
          <pc:sldMk cId="287762721" sldId="259"/>
        </pc:sldMkLst>
        <pc:spChg chg="add mod">
          <ac:chgData name="Đinh Trần Thảo Phương" userId="21b2fe43-fe83-4dbe-8475-159cec80e33c" providerId="ADAL" clId="{F222F23E-C05C-41A5-8737-0FB73E605679}" dt="2024-05-15T16:33:38.354" v="771" actId="1076"/>
          <ac:spMkLst>
            <pc:docMk/>
            <pc:sldMk cId="287762721" sldId="259"/>
            <ac:spMk id="5" creationId="{11962B2E-117F-3FEB-0C9F-B6E4D4D72E3B}"/>
          </ac:spMkLst>
        </pc:spChg>
        <pc:spChg chg="add mod">
          <ac:chgData name="Đinh Trần Thảo Phương" userId="21b2fe43-fe83-4dbe-8475-159cec80e33c" providerId="ADAL" clId="{F222F23E-C05C-41A5-8737-0FB73E605679}" dt="2024-05-15T16:33:38.354" v="771" actId="1076"/>
          <ac:spMkLst>
            <pc:docMk/>
            <pc:sldMk cId="287762721" sldId="259"/>
            <ac:spMk id="6" creationId="{C1326590-FCFE-84B4-35D7-09D9EE1E6987}"/>
          </ac:spMkLst>
        </pc:spChg>
        <pc:spChg chg="add mod">
          <ac:chgData name="Đinh Trần Thảo Phương" userId="21b2fe43-fe83-4dbe-8475-159cec80e33c" providerId="ADAL" clId="{F222F23E-C05C-41A5-8737-0FB73E605679}" dt="2024-05-15T16:46:40.330" v="1331" actId="2085"/>
          <ac:spMkLst>
            <pc:docMk/>
            <pc:sldMk cId="287762721" sldId="259"/>
            <ac:spMk id="9" creationId="{29BB5BDF-2D83-FF98-A977-7A53EAB5C622}"/>
          </ac:spMkLst>
        </pc:spChg>
        <pc:spChg chg="add mod ord modVis">
          <ac:chgData name="Đinh Trần Thảo Phương" userId="21b2fe43-fe83-4dbe-8475-159cec80e33c" providerId="ADAL" clId="{F222F23E-C05C-41A5-8737-0FB73E605679}" dt="2024-05-15T16:46:40.330" v="1331" actId="2085"/>
          <ac:spMkLst>
            <pc:docMk/>
            <pc:sldMk cId="287762721" sldId="259"/>
            <ac:spMk id="10" creationId="{F24E2DAA-9E34-1D28-3670-AEB0B91D4C3C}"/>
          </ac:spMkLst>
        </pc:spChg>
        <pc:spChg chg="add mod ord modVis">
          <ac:chgData name="Đinh Trần Thảo Phương" userId="21b2fe43-fe83-4dbe-8475-159cec80e33c" providerId="ADAL" clId="{F222F23E-C05C-41A5-8737-0FB73E605679}" dt="2024-05-15T16:43:58.572" v="1315" actId="1076"/>
          <ac:spMkLst>
            <pc:docMk/>
            <pc:sldMk cId="287762721" sldId="259"/>
            <ac:spMk id="11" creationId="{E1370FC0-9F72-2D7D-9227-72DE7E3235A0}"/>
          </ac:spMkLst>
        </pc:spChg>
        <pc:spChg chg="add mod ord">
          <ac:chgData name="Đinh Trần Thảo Phương" userId="21b2fe43-fe83-4dbe-8475-159cec80e33c" providerId="ADAL" clId="{F222F23E-C05C-41A5-8737-0FB73E605679}" dt="2024-05-15T16:44:39.607" v="1317" actId="13244"/>
          <ac:spMkLst>
            <pc:docMk/>
            <pc:sldMk cId="287762721" sldId="259"/>
            <ac:spMk id="12" creationId="{373D4F3B-79BB-8A8C-AE9D-8C22FD148045}"/>
          </ac:spMkLst>
        </pc:spChg>
        <pc:spChg chg="add mod">
          <ac:chgData name="Đinh Trần Thảo Phương" userId="21b2fe43-fe83-4dbe-8475-159cec80e33c" providerId="ADAL" clId="{F222F23E-C05C-41A5-8737-0FB73E605679}" dt="2024-05-15T16:41:25.148" v="1153" actId="1076"/>
          <ac:spMkLst>
            <pc:docMk/>
            <pc:sldMk cId="287762721" sldId="259"/>
            <ac:spMk id="13" creationId="{47275A56-0C7D-95CF-0899-1B4967ACB28B}"/>
          </ac:spMkLst>
        </pc:spChg>
        <pc:spChg chg="add mod">
          <ac:chgData name="Đinh Trần Thảo Phương" userId="21b2fe43-fe83-4dbe-8475-159cec80e33c" providerId="ADAL" clId="{F222F23E-C05C-41A5-8737-0FB73E605679}" dt="2024-05-15T16:38:26.813" v="920" actId="767"/>
          <ac:spMkLst>
            <pc:docMk/>
            <pc:sldMk cId="287762721" sldId="259"/>
            <ac:spMk id="14" creationId="{D0B5B606-4DA8-525F-00EA-0EC03FA81BD5}"/>
          </ac:spMkLst>
        </pc:spChg>
        <pc:spChg chg="add mod">
          <ac:chgData name="Đinh Trần Thảo Phương" userId="21b2fe43-fe83-4dbe-8475-159cec80e33c" providerId="ADAL" clId="{F222F23E-C05C-41A5-8737-0FB73E605679}" dt="2024-05-15T16:41:25.148" v="1153" actId="1076"/>
          <ac:spMkLst>
            <pc:docMk/>
            <pc:sldMk cId="287762721" sldId="259"/>
            <ac:spMk id="15" creationId="{62C7A905-E6C5-51C8-12D8-0E6400AA10A5}"/>
          </ac:spMkLst>
        </pc:spChg>
        <pc:spChg chg="add mod">
          <ac:chgData name="Đinh Trần Thảo Phương" userId="21b2fe43-fe83-4dbe-8475-159cec80e33c" providerId="ADAL" clId="{F222F23E-C05C-41A5-8737-0FB73E605679}" dt="2024-05-15T16:41:25.148" v="1153" actId="1076"/>
          <ac:spMkLst>
            <pc:docMk/>
            <pc:sldMk cId="287762721" sldId="259"/>
            <ac:spMk id="16" creationId="{D1055824-0F3D-84A3-9775-E66996AD15CA}"/>
          </ac:spMkLst>
        </pc:spChg>
        <pc:spChg chg="add mod">
          <ac:chgData name="Đinh Trần Thảo Phương" userId="21b2fe43-fe83-4dbe-8475-159cec80e33c" providerId="ADAL" clId="{F222F23E-C05C-41A5-8737-0FB73E605679}" dt="2024-05-15T16:42:06.376" v="1235" actId="14100"/>
          <ac:spMkLst>
            <pc:docMk/>
            <pc:sldMk cId="287762721" sldId="259"/>
            <ac:spMk id="17" creationId="{AB056B27-1AA5-4D3B-7F53-F0A0A38D8331}"/>
          </ac:spMkLst>
        </pc:spChg>
        <pc:spChg chg="add mod">
          <ac:chgData name="Đinh Trần Thảo Phương" userId="21b2fe43-fe83-4dbe-8475-159cec80e33c" providerId="ADAL" clId="{F222F23E-C05C-41A5-8737-0FB73E605679}" dt="2024-05-15T16:42:26.623" v="1307" actId="20577"/>
          <ac:spMkLst>
            <pc:docMk/>
            <pc:sldMk cId="287762721" sldId="259"/>
            <ac:spMk id="18" creationId="{A44151CE-7C81-A632-A2F4-6A04CC2B7635}"/>
          </ac:spMkLst>
        </pc:spChg>
        <pc:spChg chg="add del mod">
          <ac:chgData name="Đinh Trần Thảo Phương" userId="21b2fe43-fe83-4dbe-8475-159cec80e33c" providerId="ADAL" clId="{F222F23E-C05C-41A5-8737-0FB73E605679}" dt="2024-05-15T16:42:30.100" v="1308" actId="478"/>
          <ac:spMkLst>
            <pc:docMk/>
            <pc:sldMk cId="287762721" sldId="259"/>
            <ac:spMk id="19" creationId="{AD9D214D-BBF5-0CBC-81B5-4A24C1FDF793}"/>
          </ac:spMkLst>
        </pc:spChg>
        <pc:grpChg chg="add del mod">
          <ac:chgData name="Đinh Trần Thảo Phương" userId="21b2fe43-fe83-4dbe-8475-159cec80e33c" providerId="ADAL" clId="{F222F23E-C05C-41A5-8737-0FB73E605679}" dt="2024-05-15T19:00:56.703" v="5580" actId="165"/>
          <ac:grpSpMkLst>
            <pc:docMk/>
            <pc:sldMk cId="287762721" sldId="259"/>
            <ac:grpSpMk id="21" creationId="{8C88C371-4710-C914-2CEB-A73A7AD13205}"/>
          </ac:grpSpMkLst>
        </pc:grpChg>
        <pc:picChg chg="add del mod modCrop">
          <ac:chgData name="Đinh Trần Thảo Phương" userId="21b2fe43-fe83-4dbe-8475-159cec80e33c" providerId="ADAL" clId="{F222F23E-C05C-41A5-8737-0FB73E605679}" dt="2024-05-15T16:28:41.166" v="747" actId="478"/>
          <ac:picMkLst>
            <pc:docMk/>
            <pc:sldMk cId="287762721" sldId="259"/>
            <ac:picMk id="4" creationId="{4DAA2FDC-CE67-3F7D-C332-EFD930BCE6C8}"/>
          </ac:picMkLst>
        </pc:picChg>
        <pc:picChg chg="add mod ord">
          <ac:chgData name="Đinh Trần Thảo Phương" userId="21b2fe43-fe83-4dbe-8475-159cec80e33c" providerId="ADAL" clId="{F222F23E-C05C-41A5-8737-0FB73E605679}" dt="2024-05-15T16:39:55.788" v="1047" actId="1076"/>
          <ac:picMkLst>
            <pc:docMk/>
            <pc:sldMk cId="287762721" sldId="259"/>
            <ac:picMk id="7" creationId="{6393B843-F8E8-A10F-422F-891457903A1D}"/>
          </ac:picMkLst>
        </pc:picChg>
        <pc:picChg chg="add mod">
          <ac:chgData name="Đinh Trần Thảo Phương" userId="21b2fe43-fe83-4dbe-8475-159cec80e33c" providerId="ADAL" clId="{F222F23E-C05C-41A5-8737-0FB73E605679}" dt="2024-05-15T16:33:44.164" v="773"/>
          <ac:picMkLst>
            <pc:docMk/>
            <pc:sldMk cId="287762721" sldId="259"/>
            <ac:picMk id="8" creationId="{0485DB6D-A61A-F48E-17CA-DDF9329236E8}"/>
          </ac:picMkLst>
        </pc:picChg>
        <pc:picChg chg="add mod">
          <ac:chgData name="Đinh Trần Thảo Phương" userId="21b2fe43-fe83-4dbe-8475-159cec80e33c" providerId="ADAL" clId="{F222F23E-C05C-41A5-8737-0FB73E605679}" dt="2024-05-15T17:22:09.381" v="1948" actId="1036"/>
          <ac:picMkLst>
            <pc:docMk/>
            <pc:sldMk cId="287762721" sldId="259"/>
            <ac:picMk id="20" creationId="{E6A37263-3649-C19A-E7CB-C30F1253BFDB}"/>
          </ac:picMkLst>
        </pc:picChg>
        <pc:picChg chg="mod topLvl">
          <ac:chgData name="Đinh Trần Thảo Phương" userId="21b2fe43-fe83-4dbe-8475-159cec80e33c" providerId="ADAL" clId="{F222F23E-C05C-41A5-8737-0FB73E605679}" dt="2024-05-15T19:00:56.703" v="5580" actId="165"/>
          <ac:picMkLst>
            <pc:docMk/>
            <pc:sldMk cId="287762721" sldId="259"/>
            <ac:picMk id="22" creationId="{B6B48851-2BAA-078E-D622-E2BC0F66550C}"/>
          </ac:picMkLst>
        </pc:picChg>
        <pc:picChg chg="mod topLvl">
          <ac:chgData name="Đinh Trần Thảo Phương" userId="21b2fe43-fe83-4dbe-8475-159cec80e33c" providerId="ADAL" clId="{F222F23E-C05C-41A5-8737-0FB73E605679}" dt="2024-05-15T19:00:56.703" v="5580" actId="165"/>
          <ac:picMkLst>
            <pc:docMk/>
            <pc:sldMk cId="287762721" sldId="259"/>
            <ac:picMk id="23" creationId="{984D43F7-5EBC-8215-9308-3F4C395D0013}"/>
          </ac:picMkLst>
        </pc:picChg>
        <pc:picChg chg="mod topLvl">
          <ac:chgData name="Đinh Trần Thảo Phương" userId="21b2fe43-fe83-4dbe-8475-159cec80e33c" providerId="ADAL" clId="{F222F23E-C05C-41A5-8737-0FB73E605679}" dt="2024-05-15T19:00:56.703" v="5580" actId="165"/>
          <ac:picMkLst>
            <pc:docMk/>
            <pc:sldMk cId="287762721" sldId="259"/>
            <ac:picMk id="24" creationId="{5910E33A-112F-96B0-45F9-EBF727322D8B}"/>
          </ac:picMkLst>
        </pc:picChg>
        <pc:picChg chg="mod topLvl">
          <ac:chgData name="Đinh Trần Thảo Phương" userId="21b2fe43-fe83-4dbe-8475-159cec80e33c" providerId="ADAL" clId="{F222F23E-C05C-41A5-8737-0FB73E605679}" dt="2024-05-15T19:00:56.703" v="5580" actId="165"/>
          <ac:picMkLst>
            <pc:docMk/>
            <pc:sldMk cId="287762721" sldId="259"/>
            <ac:picMk id="25" creationId="{CFF5D0C7-D17D-A306-29C6-4CEA00327FEE}"/>
          </ac:picMkLst>
        </pc:picChg>
        <pc:picChg chg="mod topLvl">
          <ac:chgData name="Đinh Trần Thảo Phương" userId="21b2fe43-fe83-4dbe-8475-159cec80e33c" providerId="ADAL" clId="{F222F23E-C05C-41A5-8737-0FB73E605679}" dt="2024-05-15T19:00:56.703" v="5580" actId="165"/>
          <ac:picMkLst>
            <pc:docMk/>
            <pc:sldMk cId="287762721" sldId="259"/>
            <ac:picMk id="26" creationId="{8B7343CE-8277-0517-54DC-BB40D05A0032}"/>
          </ac:picMkLst>
        </pc:picChg>
      </pc:sldChg>
      <pc:sldChg chg="addSp delSp modSp new mod modTransition addAnim delAnim modAnim">
        <pc:chgData name="Đinh Trần Thảo Phương" userId="21b2fe43-fe83-4dbe-8475-159cec80e33c" providerId="ADAL" clId="{F222F23E-C05C-41A5-8737-0FB73E605679}" dt="2024-05-15T19:11:42.591" v="5797"/>
        <pc:sldMkLst>
          <pc:docMk/>
          <pc:sldMk cId="4011313235" sldId="260"/>
        </pc:sldMkLst>
        <pc:spChg chg="del">
          <ac:chgData name="Đinh Trần Thảo Phương" userId="21b2fe43-fe83-4dbe-8475-159cec80e33c" providerId="ADAL" clId="{F222F23E-C05C-41A5-8737-0FB73E605679}" dt="2024-05-15T16:33:55.590" v="777" actId="478"/>
          <ac:spMkLst>
            <pc:docMk/>
            <pc:sldMk cId="4011313235" sldId="260"/>
            <ac:spMk id="2" creationId="{8EDCE2A4-17E5-BDBD-90ED-DC3690577C9C}"/>
          </ac:spMkLst>
        </pc:spChg>
        <pc:spChg chg="del">
          <ac:chgData name="Đinh Trần Thảo Phương" userId="21b2fe43-fe83-4dbe-8475-159cec80e33c" providerId="ADAL" clId="{F222F23E-C05C-41A5-8737-0FB73E605679}" dt="2024-05-15T16:33:54.080" v="776" actId="478"/>
          <ac:spMkLst>
            <pc:docMk/>
            <pc:sldMk cId="4011313235" sldId="260"/>
            <ac:spMk id="3" creationId="{37119D95-AF89-B78D-1DB6-EFB20A7D4BBC}"/>
          </ac:spMkLst>
        </pc:spChg>
        <pc:spChg chg="add mod">
          <ac:chgData name="Đinh Trần Thảo Phương" userId="21b2fe43-fe83-4dbe-8475-159cec80e33c" providerId="ADAL" clId="{F222F23E-C05C-41A5-8737-0FB73E605679}" dt="2024-05-15T19:00:00.708" v="5549" actId="1076"/>
          <ac:spMkLst>
            <pc:docMk/>
            <pc:sldMk cId="4011313235" sldId="260"/>
            <ac:spMk id="5" creationId="{7741EAA8-6EBC-CA32-18B7-4F1FFB0D9F37}"/>
          </ac:spMkLst>
        </pc:spChg>
        <pc:spChg chg="add mod">
          <ac:chgData name="Đinh Trần Thảo Phương" userId="21b2fe43-fe83-4dbe-8475-159cec80e33c" providerId="ADAL" clId="{F222F23E-C05C-41A5-8737-0FB73E605679}" dt="2024-05-15T16:57:16.669" v="1692" actId="1076"/>
          <ac:spMkLst>
            <pc:docMk/>
            <pc:sldMk cId="4011313235" sldId="260"/>
            <ac:spMk id="6" creationId="{E84E3A27-6803-1024-BE56-ABF66B0C106B}"/>
          </ac:spMkLst>
        </pc:spChg>
        <pc:spChg chg="add mod">
          <ac:chgData name="Đinh Trần Thảo Phương" userId="21b2fe43-fe83-4dbe-8475-159cec80e33c" providerId="ADAL" clId="{F222F23E-C05C-41A5-8737-0FB73E605679}" dt="2024-05-15T16:57:54.297" v="1889" actId="1076"/>
          <ac:spMkLst>
            <pc:docMk/>
            <pc:sldMk cId="4011313235" sldId="260"/>
            <ac:spMk id="7" creationId="{96AB633F-C683-E09C-1780-63068E7D667F}"/>
          </ac:spMkLst>
        </pc:spChg>
        <pc:spChg chg="add del mod">
          <ac:chgData name="Đinh Trần Thảo Phương" userId="21b2fe43-fe83-4dbe-8475-159cec80e33c" providerId="ADAL" clId="{F222F23E-C05C-41A5-8737-0FB73E605679}" dt="2024-05-15T16:55:07.320" v="1367" actId="478"/>
          <ac:spMkLst>
            <pc:docMk/>
            <pc:sldMk cId="4011313235" sldId="260"/>
            <ac:spMk id="8" creationId="{2CD2D26E-C662-2E41-3B4C-BCC40C4D2EF2}"/>
          </ac:spMkLst>
        </pc:spChg>
        <pc:spChg chg="mod">
          <ac:chgData name="Đinh Trần Thảo Phương" userId="21b2fe43-fe83-4dbe-8475-159cec80e33c" providerId="ADAL" clId="{F222F23E-C05C-41A5-8737-0FB73E605679}" dt="2024-05-15T17:44:36.977" v="2466" actId="20577"/>
          <ac:spMkLst>
            <pc:docMk/>
            <pc:sldMk cId="4011313235" sldId="260"/>
            <ac:spMk id="8" creationId="{9556884C-592C-CBCE-2399-8360FB1D1415}"/>
          </ac:spMkLst>
        </pc:spChg>
        <pc:spChg chg="add del mod">
          <ac:chgData name="Đinh Trần Thảo Phương" userId="21b2fe43-fe83-4dbe-8475-159cec80e33c" providerId="ADAL" clId="{F222F23E-C05C-41A5-8737-0FB73E605679}" dt="2024-05-15T16:55:07.320" v="1367" actId="478"/>
          <ac:spMkLst>
            <pc:docMk/>
            <pc:sldMk cId="4011313235" sldId="260"/>
            <ac:spMk id="9" creationId="{4CCD1529-7FC7-DDCD-1E17-85A14449559F}"/>
          </ac:spMkLst>
        </pc:spChg>
        <pc:spChg chg="add mod">
          <ac:chgData name="Đinh Trần Thảo Phương" userId="21b2fe43-fe83-4dbe-8475-159cec80e33c" providerId="ADAL" clId="{F222F23E-C05C-41A5-8737-0FB73E605679}" dt="2024-05-15T17:21:54.829" v="1915" actId="404"/>
          <ac:spMkLst>
            <pc:docMk/>
            <pc:sldMk cId="4011313235" sldId="260"/>
            <ac:spMk id="13" creationId="{048047D5-E60E-A395-185C-DED2338FFA11}"/>
          </ac:spMkLst>
        </pc:spChg>
        <pc:spChg chg="add mod">
          <ac:chgData name="Đinh Trần Thảo Phương" userId="21b2fe43-fe83-4dbe-8475-159cec80e33c" providerId="ADAL" clId="{F222F23E-C05C-41A5-8737-0FB73E605679}" dt="2024-05-15T17:25:38.432" v="2278" actId="1038"/>
          <ac:spMkLst>
            <pc:docMk/>
            <pc:sldMk cId="4011313235" sldId="260"/>
            <ac:spMk id="14" creationId="{F0F40889-AC35-548F-A4D4-A624A2697266}"/>
          </ac:spMkLst>
        </pc:spChg>
        <pc:graphicFrameChg chg="add del modGraphic">
          <ac:chgData name="Đinh Trần Thảo Phương" userId="21b2fe43-fe83-4dbe-8475-159cec80e33c" providerId="ADAL" clId="{F222F23E-C05C-41A5-8737-0FB73E605679}" dt="2024-05-15T18:07:10.508" v="3265" actId="27309"/>
          <ac:graphicFrameMkLst>
            <pc:docMk/>
            <pc:sldMk cId="4011313235" sldId="260"/>
            <ac:graphicFrameMk id="10" creationId="{90FC4FCC-8849-8E47-7D1E-4BD68ABDCC94}"/>
          </ac:graphicFrameMkLst>
        </pc:graphicFrameChg>
        <pc:picChg chg="add del mod">
          <ac:chgData name="Đinh Trần Thảo Phương" userId="21b2fe43-fe83-4dbe-8475-159cec80e33c" providerId="ADAL" clId="{F222F23E-C05C-41A5-8737-0FB73E605679}" dt="2024-05-15T17:45:02.280" v="2469" actId="478"/>
          <ac:picMkLst>
            <pc:docMk/>
            <pc:sldMk cId="4011313235" sldId="260"/>
            <ac:picMk id="2" creationId="{7456FF63-6DA3-0580-180A-95AF6695FF6D}"/>
          </ac:picMkLst>
        </pc:picChg>
        <pc:picChg chg="add mod">
          <ac:chgData name="Đinh Trần Thảo Phương" userId="21b2fe43-fe83-4dbe-8475-159cec80e33c" providerId="ADAL" clId="{F222F23E-C05C-41A5-8737-0FB73E605679}" dt="2024-05-15T16:33:57.858" v="778"/>
          <ac:picMkLst>
            <pc:docMk/>
            <pc:sldMk cId="4011313235" sldId="260"/>
            <ac:picMk id="4" creationId="{C6A38BDA-BF55-D77D-D8BD-3EC375E7B7AD}"/>
          </ac:picMkLst>
        </pc:picChg>
        <pc:picChg chg="add del mod">
          <ac:chgData name="Đinh Trần Thảo Phương" userId="21b2fe43-fe83-4dbe-8475-159cec80e33c" providerId="ADAL" clId="{F222F23E-C05C-41A5-8737-0FB73E605679}" dt="2024-05-15T17:47:36.939" v="2481" actId="1076"/>
          <ac:picMkLst>
            <pc:docMk/>
            <pc:sldMk cId="4011313235" sldId="260"/>
            <ac:picMk id="11" creationId="{9A3820BA-8C70-E042-5DCC-AA4FB75D1AFC}"/>
          </ac:picMkLst>
        </pc:picChg>
        <pc:picChg chg="add mod">
          <ac:chgData name="Đinh Trần Thảo Phương" userId="21b2fe43-fe83-4dbe-8475-159cec80e33c" providerId="ADAL" clId="{F222F23E-C05C-41A5-8737-0FB73E605679}" dt="2024-05-15T19:08:02.538" v="5786" actId="688"/>
          <ac:picMkLst>
            <pc:docMk/>
            <pc:sldMk cId="4011313235" sldId="260"/>
            <ac:picMk id="12" creationId="{7CAE772F-3414-563B-5D5A-B01E0695BBA6}"/>
          </ac:picMkLst>
        </pc:picChg>
        <pc:picChg chg="add del mod">
          <ac:chgData name="Đinh Trần Thảo Phương" userId="21b2fe43-fe83-4dbe-8475-159cec80e33c" providerId="ADAL" clId="{F222F23E-C05C-41A5-8737-0FB73E605679}" dt="2024-05-15T17:07:35.565" v="1903" actId="478"/>
          <ac:picMkLst>
            <pc:docMk/>
            <pc:sldMk cId="4011313235" sldId="260"/>
            <ac:picMk id="12" creationId="{A5BC299D-1CB4-DA0B-AAAA-C5D47B04A617}"/>
          </ac:picMkLst>
        </pc:picChg>
        <pc:picChg chg="add mod">
          <ac:chgData name="Đinh Trần Thảo Phương" userId="21b2fe43-fe83-4dbe-8475-159cec80e33c" providerId="ADAL" clId="{F222F23E-C05C-41A5-8737-0FB73E605679}" dt="2024-05-15T19:08:02.538" v="5786" actId="688"/>
          <ac:picMkLst>
            <pc:docMk/>
            <pc:sldMk cId="4011313235" sldId="260"/>
            <ac:picMk id="15" creationId="{BA42DED8-CCC8-83CF-0975-A6ACC6AB036D}"/>
          </ac:picMkLst>
        </pc:picChg>
        <pc:picChg chg="add mod">
          <ac:chgData name="Đinh Trần Thảo Phương" userId="21b2fe43-fe83-4dbe-8475-159cec80e33c" providerId="ADAL" clId="{F222F23E-C05C-41A5-8737-0FB73E605679}" dt="2024-05-15T19:08:02.538" v="5786" actId="688"/>
          <ac:picMkLst>
            <pc:docMk/>
            <pc:sldMk cId="4011313235" sldId="260"/>
            <ac:picMk id="16" creationId="{4B2927C3-B033-84A7-0ED5-6FF385E9DAF0}"/>
          </ac:picMkLst>
        </pc:picChg>
        <pc:picChg chg="add mod">
          <ac:chgData name="Đinh Trần Thảo Phương" userId="21b2fe43-fe83-4dbe-8475-159cec80e33c" providerId="ADAL" clId="{F222F23E-C05C-41A5-8737-0FB73E605679}" dt="2024-05-15T19:08:02.538" v="5786" actId="688"/>
          <ac:picMkLst>
            <pc:docMk/>
            <pc:sldMk cId="4011313235" sldId="260"/>
            <ac:picMk id="17" creationId="{F57DA173-DBAC-6669-9BB9-2B91BCCBB4B5}"/>
          </ac:picMkLst>
        </pc:picChg>
        <pc:picChg chg="add mod">
          <ac:chgData name="Đinh Trần Thảo Phương" userId="21b2fe43-fe83-4dbe-8475-159cec80e33c" providerId="ADAL" clId="{F222F23E-C05C-41A5-8737-0FB73E605679}" dt="2024-05-15T19:08:02.538" v="5786" actId="688"/>
          <ac:picMkLst>
            <pc:docMk/>
            <pc:sldMk cId="4011313235" sldId="260"/>
            <ac:picMk id="18" creationId="{D69D4E0E-5233-F812-4F89-BFEA7B45398F}"/>
          </ac:picMkLst>
        </pc:picChg>
      </pc:sldChg>
      <pc:sldChg chg="addSp modSp add del">
        <pc:chgData name="Đinh Trần Thảo Phương" userId="21b2fe43-fe83-4dbe-8475-159cec80e33c" providerId="ADAL" clId="{F222F23E-C05C-41A5-8737-0FB73E605679}" dt="2024-05-15T17:22:54.640" v="1951" actId="47"/>
        <pc:sldMkLst>
          <pc:docMk/>
          <pc:sldMk cId="2546824222" sldId="261"/>
        </pc:sldMkLst>
        <pc:spChg chg="add mod">
          <ac:chgData name="Đinh Trần Thảo Phương" userId="21b2fe43-fe83-4dbe-8475-159cec80e33c" providerId="ADAL" clId="{F222F23E-C05C-41A5-8737-0FB73E605679}" dt="2024-05-15T17:22:36.489" v="1950"/>
          <ac:spMkLst>
            <pc:docMk/>
            <pc:sldMk cId="2546824222" sldId="261"/>
            <ac:spMk id="2" creationId="{FC91201C-2B7D-7D9A-E251-8280F97241D7}"/>
          </ac:spMkLst>
        </pc:spChg>
      </pc:sldChg>
      <pc:sldChg chg="addSp delSp modSp new del mod">
        <pc:chgData name="Đinh Trần Thảo Phương" userId="21b2fe43-fe83-4dbe-8475-159cec80e33c" providerId="ADAL" clId="{F222F23E-C05C-41A5-8737-0FB73E605679}" dt="2024-05-15T18:33:46.532" v="4878" actId="47"/>
        <pc:sldMkLst>
          <pc:docMk/>
          <pc:sldMk cId="2888953668" sldId="262"/>
        </pc:sldMkLst>
        <pc:spChg chg="del">
          <ac:chgData name="Đinh Trần Thảo Phương" userId="21b2fe43-fe83-4dbe-8475-159cec80e33c" providerId="ADAL" clId="{F222F23E-C05C-41A5-8737-0FB73E605679}" dt="2024-05-15T16:59:56.674" v="1891" actId="478"/>
          <ac:spMkLst>
            <pc:docMk/>
            <pc:sldMk cId="2888953668" sldId="262"/>
            <ac:spMk id="2" creationId="{9A629BB8-A7F2-2698-BFE2-EE3EBC450A6C}"/>
          </ac:spMkLst>
        </pc:spChg>
        <pc:spChg chg="del">
          <ac:chgData name="Đinh Trần Thảo Phương" userId="21b2fe43-fe83-4dbe-8475-159cec80e33c" providerId="ADAL" clId="{F222F23E-C05C-41A5-8737-0FB73E605679}" dt="2024-05-15T16:59:56.674" v="1891" actId="478"/>
          <ac:spMkLst>
            <pc:docMk/>
            <pc:sldMk cId="2888953668" sldId="262"/>
            <ac:spMk id="3" creationId="{6E0A8000-9AEA-ABFE-2F5C-A9F5736739D0}"/>
          </ac:spMkLst>
        </pc:spChg>
        <pc:spChg chg="mod modVis">
          <ac:chgData name="Đinh Trần Thảo Phương" userId="21b2fe43-fe83-4dbe-8475-159cec80e33c" providerId="ADAL" clId="{F222F23E-C05C-41A5-8737-0FB73E605679}" dt="2024-05-15T18:01:12.319" v="3092" actId="14430"/>
          <ac:spMkLst>
            <pc:docMk/>
            <pc:sldMk cId="2888953668" sldId="262"/>
            <ac:spMk id="8" creationId="{21070BA6-E037-3DE1-AD03-E558E7EE5B79}"/>
          </ac:spMkLst>
        </pc:spChg>
        <pc:spChg chg="mod modVis">
          <ac:chgData name="Đinh Trần Thảo Phương" userId="21b2fe43-fe83-4dbe-8475-159cec80e33c" providerId="ADAL" clId="{F222F23E-C05C-41A5-8737-0FB73E605679}" dt="2024-05-15T18:01:15.507" v="3095" actId="14430"/>
          <ac:spMkLst>
            <pc:docMk/>
            <pc:sldMk cId="2888953668" sldId="262"/>
            <ac:spMk id="9" creationId="{0438CE10-0682-5D75-6C83-2F5422EC8D21}"/>
          </ac:spMkLst>
        </pc:spChg>
        <pc:spChg chg="mod modVis">
          <ac:chgData name="Đinh Trần Thảo Phương" userId="21b2fe43-fe83-4dbe-8475-159cec80e33c" providerId="ADAL" clId="{F222F23E-C05C-41A5-8737-0FB73E605679}" dt="2024-05-15T18:01:16.971" v="3097" actId="14429"/>
          <ac:spMkLst>
            <pc:docMk/>
            <pc:sldMk cId="2888953668" sldId="262"/>
            <ac:spMk id="10" creationId="{6BB04DC1-0505-8935-C711-8FBF05DE6A00}"/>
          </ac:spMkLst>
        </pc:spChg>
        <pc:spChg chg="mod modVis">
          <ac:chgData name="Đinh Trần Thảo Phương" userId="21b2fe43-fe83-4dbe-8475-159cec80e33c" providerId="ADAL" clId="{F222F23E-C05C-41A5-8737-0FB73E605679}" dt="2024-05-15T18:01:18.799" v="3099" actId="14429"/>
          <ac:spMkLst>
            <pc:docMk/>
            <pc:sldMk cId="2888953668" sldId="262"/>
            <ac:spMk id="11" creationId="{6EFF2190-2B52-D86A-5D56-836A0B99F820}"/>
          </ac:spMkLst>
        </pc:spChg>
        <pc:spChg chg="mod modVis">
          <ac:chgData name="Đinh Trần Thảo Phương" userId="21b2fe43-fe83-4dbe-8475-159cec80e33c" providerId="ADAL" clId="{F222F23E-C05C-41A5-8737-0FB73E605679}" dt="2024-05-15T18:01:29.745" v="3107" actId="14430"/>
          <ac:spMkLst>
            <pc:docMk/>
            <pc:sldMk cId="2888953668" sldId="262"/>
            <ac:spMk id="12" creationId="{7948A97B-8276-D83A-E8A8-749AF29B45BB}"/>
          </ac:spMkLst>
        </pc:spChg>
        <pc:spChg chg="mod modVis">
          <ac:chgData name="Đinh Trần Thảo Phương" userId="21b2fe43-fe83-4dbe-8475-159cec80e33c" providerId="ADAL" clId="{F222F23E-C05C-41A5-8737-0FB73E605679}" dt="2024-05-15T18:01:33.569" v="3110" actId="14429"/>
          <ac:spMkLst>
            <pc:docMk/>
            <pc:sldMk cId="2888953668" sldId="262"/>
            <ac:spMk id="13" creationId="{F6CF74CC-95EE-0937-900E-AE0589B4B278}"/>
          </ac:spMkLst>
        </pc:spChg>
        <pc:spChg chg="mod modVis">
          <ac:chgData name="Đinh Trần Thảo Phương" userId="21b2fe43-fe83-4dbe-8475-159cec80e33c" providerId="ADAL" clId="{F222F23E-C05C-41A5-8737-0FB73E605679}" dt="2024-05-15T18:01:35.864" v="3112" actId="14429"/>
          <ac:spMkLst>
            <pc:docMk/>
            <pc:sldMk cId="2888953668" sldId="262"/>
            <ac:spMk id="14" creationId="{3C907451-95D1-ED6F-A737-12EAA32174EB}"/>
          </ac:spMkLst>
        </pc:spChg>
        <pc:spChg chg="mod modVis">
          <ac:chgData name="Đinh Trần Thảo Phương" userId="21b2fe43-fe83-4dbe-8475-159cec80e33c" providerId="ADAL" clId="{F222F23E-C05C-41A5-8737-0FB73E605679}" dt="2024-05-15T18:01:38.769" v="3115" actId="14430"/>
          <ac:spMkLst>
            <pc:docMk/>
            <pc:sldMk cId="2888953668" sldId="262"/>
            <ac:spMk id="15" creationId="{20319CF0-94CD-2F95-2857-B6BA68C113E4}"/>
          </ac:spMkLst>
        </pc:spChg>
        <pc:spChg chg="mod modVis">
          <ac:chgData name="Đinh Trần Thảo Phương" userId="21b2fe43-fe83-4dbe-8475-159cec80e33c" providerId="ADAL" clId="{F222F23E-C05C-41A5-8737-0FB73E605679}" dt="2024-05-15T18:01:42.700" v="3119" actId="14429"/>
          <ac:spMkLst>
            <pc:docMk/>
            <pc:sldMk cId="2888953668" sldId="262"/>
            <ac:spMk id="16" creationId="{18B87BDE-54B9-5248-44A9-67316537D5AB}"/>
          </ac:spMkLst>
        </pc:spChg>
        <pc:spChg chg="mod modVis">
          <ac:chgData name="Đinh Trần Thảo Phương" userId="21b2fe43-fe83-4dbe-8475-159cec80e33c" providerId="ADAL" clId="{F222F23E-C05C-41A5-8737-0FB73E605679}" dt="2024-05-15T18:01:46.330" v="3122" actId="14430"/>
          <ac:spMkLst>
            <pc:docMk/>
            <pc:sldMk cId="2888953668" sldId="262"/>
            <ac:spMk id="17" creationId="{60AEBCD2-8A13-CA05-50E0-379AED1A5615}"/>
          </ac:spMkLst>
        </pc:spChg>
        <pc:spChg chg="mod modVis">
          <ac:chgData name="Đinh Trần Thảo Phương" userId="21b2fe43-fe83-4dbe-8475-159cec80e33c" providerId="ADAL" clId="{F222F23E-C05C-41A5-8737-0FB73E605679}" dt="2024-05-15T18:01:47.690" v="3124" actId="14429"/>
          <ac:spMkLst>
            <pc:docMk/>
            <pc:sldMk cId="2888953668" sldId="262"/>
            <ac:spMk id="18" creationId="{3AF52F88-8B2D-958C-6977-A61CBA53FDB6}"/>
          </ac:spMkLst>
        </pc:spChg>
        <pc:spChg chg="mod modVis">
          <ac:chgData name="Đinh Trần Thảo Phương" userId="21b2fe43-fe83-4dbe-8475-159cec80e33c" providerId="ADAL" clId="{F222F23E-C05C-41A5-8737-0FB73E605679}" dt="2024-05-15T18:01:49.993" v="3126" actId="14429"/>
          <ac:spMkLst>
            <pc:docMk/>
            <pc:sldMk cId="2888953668" sldId="262"/>
            <ac:spMk id="19" creationId="{C16A3DAE-3882-9179-5481-2531AE02B7BD}"/>
          </ac:spMkLst>
        </pc:spChg>
        <pc:spChg chg="mod modVis">
          <ac:chgData name="Đinh Trần Thảo Phương" userId="21b2fe43-fe83-4dbe-8475-159cec80e33c" providerId="ADAL" clId="{F222F23E-C05C-41A5-8737-0FB73E605679}" dt="2024-05-15T18:01:51.815" v="3128" actId="14429"/>
          <ac:spMkLst>
            <pc:docMk/>
            <pc:sldMk cId="2888953668" sldId="262"/>
            <ac:spMk id="20" creationId="{2B8B05D2-12B9-11D8-8025-661C1EB96C4A}"/>
          </ac:spMkLst>
        </pc:spChg>
        <pc:spChg chg="mod modVis">
          <ac:chgData name="Đinh Trần Thảo Phương" userId="21b2fe43-fe83-4dbe-8475-159cec80e33c" providerId="ADAL" clId="{F222F23E-C05C-41A5-8737-0FB73E605679}" dt="2024-05-15T18:01:53.736" v="3130" actId="14429"/>
          <ac:spMkLst>
            <pc:docMk/>
            <pc:sldMk cId="2888953668" sldId="262"/>
            <ac:spMk id="21" creationId="{8A7645EB-EA2F-AFEA-16C0-F9519358BC96}"/>
          </ac:spMkLst>
        </pc:spChg>
        <pc:spChg chg="mod modVis">
          <ac:chgData name="Đinh Trần Thảo Phương" userId="21b2fe43-fe83-4dbe-8475-159cec80e33c" providerId="ADAL" clId="{F222F23E-C05C-41A5-8737-0FB73E605679}" dt="2024-05-15T18:01:55.462" v="3131" actId="14430"/>
          <ac:spMkLst>
            <pc:docMk/>
            <pc:sldMk cId="2888953668" sldId="262"/>
            <ac:spMk id="22" creationId="{ABFE7ABB-07C6-FA04-AE25-9AFABE205771}"/>
          </ac:spMkLst>
        </pc:spChg>
        <pc:spChg chg="mod modVis">
          <ac:chgData name="Đinh Trần Thảo Phương" userId="21b2fe43-fe83-4dbe-8475-159cec80e33c" providerId="ADAL" clId="{F222F23E-C05C-41A5-8737-0FB73E605679}" dt="2024-05-15T18:01:59.561" v="3133" actId="14429"/>
          <ac:spMkLst>
            <pc:docMk/>
            <pc:sldMk cId="2888953668" sldId="262"/>
            <ac:spMk id="23" creationId="{3095988F-E09A-3B01-C4EF-3CABB213EB75}"/>
          </ac:spMkLst>
        </pc:spChg>
        <pc:spChg chg="mod modVis">
          <ac:chgData name="Đinh Trần Thảo Phương" userId="21b2fe43-fe83-4dbe-8475-159cec80e33c" providerId="ADAL" clId="{F222F23E-C05C-41A5-8737-0FB73E605679}" dt="2024-05-15T18:02:01.509" v="3135" actId="14429"/>
          <ac:spMkLst>
            <pc:docMk/>
            <pc:sldMk cId="2888953668" sldId="262"/>
            <ac:spMk id="24" creationId="{FED1935B-89F3-3C64-82B8-EBEA964DBA8C}"/>
          </ac:spMkLst>
        </pc:spChg>
        <pc:spChg chg="mod modVis">
          <ac:chgData name="Đinh Trần Thảo Phương" userId="21b2fe43-fe83-4dbe-8475-159cec80e33c" providerId="ADAL" clId="{F222F23E-C05C-41A5-8737-0FB73E605679}" dt="2024-05-15T18:02:03.043" v="3136" actId="14430"/>
          <ac:spMkLst>
            <pc:docMk/>
            <pc:sldMk cId="2888953668" sldId="262"/>
            <ac:spMk id="25" creationId="{90454882-E5CE-AB41-B273-EDE98F6AE140}"/>
          </ac:spMkLst>
        </pc:spChg>
        <pc:spChg chg="mod modVis">
          <ac:chgData name="Đinh Trần Thảo Phương" userId="21b2fe43-fe83-4dbe-8475-159cec80e33c" providerId="ADAL" clId="{F222F23E-C05C-41A5-8737-0FB73E605679}" dt="2024-05-15T18:02:07.546" v="3138" actId="14429"/>
          <ac:spMkLst>
            <pc:docMk/>
            <pc:sldMk cId="2888953668" sldId="262"/>
            <ac:spMk id="26" creationId="{4C5FB0D2-3D44-BD75-429B-56C93BF2B51C}"/>
          </ac:spMkLst>
        </pc:spChg>
        <pc:spChg chg="mod modVis">
          <ac:chgData name="Đinh Trần Thảo Phương" userId="21b2fe43-fe83-4dbe-8475-159cec80e33c" providerId="ADAL" clId="{F222F23E-C05C-41A5-8737-0FB73E605679}" dt="2024-05-15T18:02:09.396" v="3140" actId="14429"/>
          <ac:spMkLst>
            <pc:docMk/>
            <pc:sldMk cId="2888953668" sldId="262"/>
            <ac:spMk id="27" creationId="{ECD994BB-D941-089B-85AC-A4CC278B7EE1}"/>
          </ac:spMkLst>
        </pc:spChg>
        <pc:spChg chg="mod modVis">
          <ac:chgData name="Đinh Trần Thảo Phương" userId="21b2fe43-fe83-4dbe-8475-159cec80e33c" providerId="ADAL" clId="{F222F23E-C05C-41A5-8737-0FB73E605679}" dt="2024-05-15T18:02:13.916" v="3143" actId="14430"/>
          <ac:spMkLst>
            <pc:docMk/>
            <pc:sldMk cId="2888953668" sldId="262"/>
            <ac:spMk id="28" creationId="{D45DB586-406F-13D3-EA24-9474D5665E56}"/>
          </ac:spMkLst>
        </pc:spChg>
        <pc:spChg chg="mod modVis">
          <ac:chgData name="Đinh Trần Thảo Phương" userId="21b2fe43-fe83-4dbe-8475-159cec80e33c" providerId="ADAL" clId="{F222F23E-C05C-41A5-8737-0FB73E605679}" dt="2024-05-15T18:02:15.215" v="3145" actId="14429"/>
          <ac:spMkLst>
            <pc:docMk/>
            <pc:sldMk cId="2888953668" sldId="262"/>
            <ac:spMk id="29" creationId="{7B39AF55-2302-6ABC-DB6D-1B86F1F1E87D}"/>
          </ac:spMkLst>
        </pc:spChg>
        <pc:spChg chg="mod modVis">
          <ac:chgData name="Đinh Trần Thảo Phương" userId="21b2fe43-fe83-4dbe-8475-159cec80e33c" providerId="ADAL" clId="{F222F23E-C05C-41A5-8737-0FB73E605679}" dt="2024-05-15T18:02:17.949" v="3148" actId="14430"/>
          <ac:spMkLst>
            <pc:docMk/>
            <pc:sldMk cId="2888953668" sldId="262"/>
            <ac:spMk id="30" creationId="{6CF6C8B1-FF54-97E6-FA19-808D27BCA1CF}"/>
          </ac:spMkLst>
        </pc:spChg>
        <pc:spChg chg="mod modVis">
          <ac:chgData name="Đinh Trần Thảo Phương" userId="21b2fe43-fe83-4dbe-8475-159cec80e33c" providerId="ADAL" clId="{F222F23E-C05C-41A5-8737-0FB73E605679}" dt="2024-05-15T18:02:19.369" v="3150" actId="14429"/>
          <ac:spMkLst>
            <pc:docMk/>
            <pc:sldMk cId="2888953668" sldId="262"/>
            <ac:spMk id="31" creationId="{E4920D35-0C83-D129-D865-BAA03A625D82}"/>
          </ac:spMkLst>
        </pc:spChg>
        <pc:spChg chg="mod modVis">
          <ac:chgData name="Đinh Trần Thảo Phương" userId="21b2fe43-fe83-4dbe-8475-159cec80e33c" providerId="ADAL" clId="{F222F23E-C05C-41A5-8737-0FB73E605679}" dt="2024-05-15T18:02:26.084" v="3155" actId="14430"/>
          <ac:spMkLst>
            <pc:docMk/>
            <pc:sldMk cId="2888953668" sldId="262"/>
            <ac:spMk id="32" creationId="{D2E80E2F-81A1-A6E5-F682-C39A78664A08}"/>
          </ac:spMkLst>
        </pc:spChg>
        <pc:spChg chg="mod modVis">
          <ac:chgData name="Đinh Trần Thảo Phương" userId="21b2fe43-fe83-4dbe-8475-159cec80e33c" providerId="ADAL" clId="{F222F23E-C05C-41A5-8737-0FB73E605679}" dt="2024-05-15T18:02:28.729" v="3157" actId="14429"/>
          <ac:spMkLst>
            <pc:docMk/>
            <pc:sldMk cId="2888953668" sldId="262"/>
            <ac:spMk id="33" creationId="{96A499CE-7D37-CFC6-871A-D9F9B8FC17C4}"/>
          </ac:spMkLst>
        </pc:spChg>
        <pc:spChg chg="mod modVis">
          <ac:chgData name="Đinh Trần Thảo Phương" userId="21b2fe43-fe83-4dbe-8475-159cec80e33c" providerId="ADAL" clId="{F222F23E-C05C-41A5-8737-0FB73E605679}" dt="2024-05-15T18:02:32.487" v="3160" actId="14430"/>
          <ac:spMkLst>
            <pc:docMk/>
            <pc:sldMk cId="2888953668" sldId="262"/>
            <ac:spMk id="34" creationId="{17DE3DA1-0DBD-B269-A4D6-85AFA9EE63B3}"/>
          </ac:spMkLst>
        </pc:spChg>
        <pc:spChg chg="mod modVis">
          <ac:chgData name="Đinh Trần Thảo Phương" userId="21b2fe43-fe83-4dbe-8475-159cec80e33c" providerId="ADAL" clId="{F222F23E-C05C-41A5-8737-0FB73E605679}" dt="2024-05-15T18:02:36.749" v="3164" actId="14429"/>
          <ac:spMkLst>
            <pc:docMk/>
            <pc:sldMk cId="2888953668" sldId="262"/>
            <ac:spMk id="35" creationId="{BA9D6244-B7CD-9B2D-525E-687E0C57A652}"/>
          </ac:spMkLst>
        </pc:spChg>
        <pc:spChg chg="mod modVis">
          <ac:chgData name="Đinh Trần Thảo Phương" userId="21b2fe43-fe83-4dbe-8475-159cec80e33c" providerId="ADAL" clId="{F222F23E-C05C-41A5-8737-0FB73E605679}" dt="2024-05-15T18:02:38.519" v="3166" actId="14429"/>
          <ac:spMkLst>
            <pc:docMk/>
            <pc:sldMk cId="2888953668" sldId="262"/>
            <ac:spMk id="36" creationId="{3619A855-8C57-7C67-2989-23E53D47A6E9}"/>
          </ac:spMkLst>
        </pc:spChg>
        <pc:spChg chg="mod modVis">
          <ac:chgData name="Đinh Trần Thảo Phương" userId="21b2fe43-fe83-4dbe-8475-159cec80e33c" providerId="ADAL" clId="{F222F23E-C05C-41A5-8737-0FB73E605679}" dt="2024-05-15T18:02:39.699" v="3167" actId="14430"/>
          <ac:spMkLst>
            <pc:docMk/>
            <pc:sldMk cId="2888953668" sldId="262"/>
            <ac:spMk id="37" creationId="{67F866FA-BDF5-4DCF-7EA1-9FEA466CC2AA}"/>
          </ac:spMkLst>
        </pc:spChg>
        <pc:spChg chg="mod modVis">
          <ac:chgData name="Đinh Trần Thảo Phương" userId="21b2fe43-fe83-4dbe-8475-159cec80e33c" providerId="ADAL" clId="{F222F23E-C05C-41A5-8737-0FB73E605679}" dt="2024-05-15T18:02:43.199" v="3169" actId="14429"/>
          <ac:spMkLst>
            <pc:docMk/>
            <pc:sldMk cId="2888953668" sldId="262"/>
            <ac:spMk id="38" creationId="{D166C6F0-812E-0367-4887-074C073D1560}"/>
          </ac:spMkLst>
        </pc:spChg>
        <pc:spChg chg="mod modVis">
          <ac:chgData name="Đinh Trần Thảo Phương" userId="21b2fe43-fe83-4dbe-8475-159cec80e33c" providerId="ADAL" clId="{F222F23E-C05C-41A5-8737-0FB73E605679}" dt="2024-05-15T18:02:44.379" v="3170" actId="14430"/>
          <ac:spMkLst>
            <pc:docMk/>
            <pc:sldMk cId="2888953668" sldId="262"/>
            <ac:spMk id="39" creationId="{98456F15-F160-9A3E-7BF9-F81A118276FA}"/>
          </ac:spMkLst>
        </pc:spChg>
        <pc:spChg chg="mod modVis">
          <ac:chgData name="Đinh Trần Thảo Phương" userId="21b2fe43-fe83-4dbe-8475-159cec80e33c" providerId="ADAL" clId="{F222F23E-C05C-41A5-8737-0FB73E605679}" dt="2024-05-15T18:02:46.922" v="3172" actId="14429"/>
          <ac:spMkLst>
            <pc:docMk/>
            <pc:sldMk cId="2888953668" sldId="262"/>
            <ac:spMk id="40" creationId="{D72ADB48-9181-2C17-1E21-4B106A6013F2}"/>
          </ac:spMkLst>
        </pc:spChg>
        <pc:spChg chg="mod modVis">
          <ac:chgData name="Đinh Trần Thảo Phương" userId="21b2fe43-fe83-4dbe-8475-159cec80e33c" providerId="ADAL" clId="{F222F23E-C05C-41A5-8737-0FB73E605679}" dt="2024-05-15T18:02:48.070" v="3173" actId="14430"/>
          <ac:spMkLst>
            <pc:docMk/>
            <pc:sldMk cId="2888953668" sldId="262"/>
            <ac:spMk id="41" creationId="{B5B39DC8-67B4-9142-0166-07B26C0EE8B0}"/>
          </ac:spMkLst>
        </pc:spChg>
        <pc:spChg chg="mod modVis">
          <ac:chgData name="Đinh Trần Thảo Phương" userId="21b2fe43-fe83-4dbe-8475-159cec80e33c" providerId="ADAL" clId="{F222F23E-C05C-41A5-8737-0FB73E605679}" dt="2024-05-15T18:02:52.039" v="3175" actId="14429"/>
          <ac:spMkLst>
            <pc:docMk/>
            <pc:sldMk cId="2888953668" sldId="262"/>
            <ac:spMk id="42" creationId="{70A57DE3-113E-B33E-5F0D-51A7D5E27320}"/>
          </ac:spMkLst>
        </pc:spChg>
        <pc:spChg chg="mod modVis">
          <ac:chgData name="Đinh Trần Thảo Phương" userId="21b2fe43-fe83-4dbe-8475-159cec80e33c" providerId="ADAL" clId="{F222F23E-C05C-41A5-8737-0FB73E605679}" dt="2024-05-15T18:02:54.019" v="3177" actId="14429"/>
          <ac:spMkLst>
            <pc:docMk/>
            <pc:sldMk cId="2888953668" sldId="262"/>
            <ac:spMk id="43" creationId="{110A3478-868D-27EC-2567-079097C8A52E}"/>
          </ac:spMkLst>
        </pc:spChg>
        <pc:spChg chg="mod modVis">
          <ac:chgData name="Đinh Trần Thảo Phương" userId="21b2fe43-fe83-4dbe-8475-159cec80e33c" providerId="ADAL" clId="{F222F23E-C05C-41A5-8737-0FB73E605679}" dt="2024-05-15T18:02:55.299" v="3178" actId="14430"/>
          <ac:spMkLst>
            <pc:docMk/>
            <pc:sldMk cId="2888953668" sldId="262"/>
            <ac:spMk id="44" creationId="{A641AF5E-DFE1-71BD-83C5-7927A089A4C6}"/>
          </ac:spMkLst>
        </pc:spChg>
        <pc:spChg chg="mod modVis">
          <ac:chgData name="Đinh Trần Thảo Phương" userId="21b2fe43-fe83-4dbe-8475-159cec80e33c" providerId="ADAL" clId="{F222F23E-C05C-41A5-8737-0FB73E605679}" dt="2024-05-15T18:02:58.351" v="3180" actId="14429"/>
          <ac:spMkLst>
            <pc:docMk/>
            <pc:sldMk cId="2888953668" sldId="262"/>
            <ac:spMk id="45" creationId="{56B24230-9BA0-2900-D81B-9A20963A8DF9}"/>
          </ac:spMkLst>
        </pc:spChg>
        <pc:spChg chg="mod modVis">
          <ac:chgData name="Đinh Trần Thảo Phương" userId="21b2fe43-fe83-4dbe-8475-159cec80e33c" providerId="ADAL" clId="{F222F23E-C05C-41A5-8737-0FB73E605679}" dt="2024-05-15T18:03:01.079" v="3183" actId="14430"/>
          <ac:spMkLst>
            <pc:docMk/>
            <pc:sldMk cId="2888953668" sldId="262"/>
            <ac:spMk id="46" creationId="{EBC84314-6617-9368-EC16-61064A5364DA}"/>
          </ac:spMkLst>
        </pc:spChg>
        <pc:spChg chg="mod modVis">
          <ac:chgData name="Đinh Trần Thảo Phương" userId="21b2fe43-fe83-4dbe-8475-159cec80e33c" providerId="ADAL" clId="{F222F23E-C05C-41A5-8737-0FB73E605679}" dt="2024-05-15T18:03:04.279" v="3185" actId="14429"/>
          <ac:spMkLst>
            <pc:docMk/>
            <pc:sldMk cId="2888953668" sldId="262"/>
            <ac:spMk id="47" creationId="{65CDCB1D-164E-1DB5-870A-B91A2CC2F508}"/>
          </ac:spMkLst>
        </pc:spChg>
        <pc:spChg chg="mod modVis">
          <ac:chgData name="Đinh Trần Thảo Phương" userId="21b2fe43-fe83-4dbe-8475-159cec80e33c" providerId="ADAL" clId="{F222F23E-C05C-41A5-8737-0FB73E605679}" dt="2024-05-15T18:03:06.659" v="3187" actId="14429"/>
          <ac:spMkLst>
            <pc:docMk/>
            <pc:sldMk cId="2888953668" sldId="262"/>
            <ac:spMk id="48" creationId="{AAEA7C8C-49B7-17A4-C1B0-47E6901AA913}"/>
          </ac:spMkLst>
        </pc:spChg>
        <pc:spChg chg="mod modVis">
          <ac:chgData name="Đinh Trần Thảo Phương" userId="21b2fe43-fe83-4dbe-8475-159cec80e33c" providerId="ADAL" clId="{F222F23E-C05C-41A5-8737-0FB73E605679}" dt="2024-05-15T18:03:14.153" v="3194" actId="14430"/>
          <ac:spMkLst>
            <pc:docMk/>
            <pc:sldMk cId="2888953668" sldId="262"/>
            <ac:spMk id="49" creationId="{68829B81-2952-E588-000F-80A3E5E2D4A8}"/>
          </ac:spMkLst>
        </pc:spChg>
        <pc:spChg chg="mod modVis">
          <ac:chgData name="Đinh Trần Thảo Phương" userId="21b2fe43-fe83-4dbe-8475-159cec80e33c" providerId="ADAL" clId="{F222F23E-C05C-41A5-8737-0FB73E605679}" dt="2024-05-15T18:03:16.320" v="3196" actId="14429"/>
          <ac:spMkLst>
            <pc:docMk/>
            <pc:sldMk cId="2888953668" sldId="262"/>
            <ac:spMk id="50" creationId="{27243E6A-9570-1B34-2C8F-00A59C350F4B}"/>
          </ac:spMkLst>
        </pc:spChg>
        <pc:spChg chg="mod">
          <ac:chgData name="Đinh Trần Thảo Phương" userId="21b2fe43-fe83-4dbe-8475-159cec80e33c" providerId="ADAL" clId="{F222F23E-C05C-41A5-8737-0FB73E605679}" dt="2024-05-15T17:59:25.500" v="3028" actId="27803"/>
          <ac:spMkLst>
            <pc:docMk/>
            <pc:sldMk cId="2888953668" sldId="262"/>
            <ac:spMk id="51" creationId="{8BC3C71C-D995-EF2A-861E-3E076B39E9D3}"/>
          </ac:spMkLst>
        </pc:spChg>
        <pc:spChg chg="mod">
          <ac:chgData name="Đinh Trần Thảo Phương" userId="21b2fe43-fe83-4dbe-8475-159cec80e33c" providerId="ADAL" clId="{F222F23E-C05C-41A5-8737-0FB73E605679}" dt="2024-05-15T17:59:25.500" v="3028" actId="27803"/>
          <ac:spMkLst>
            <pc:docMk/>
            <pc:sldMk cId="2888953668" sldId="262"/>
            <ac:spMk id="52" creationId="{297BA219-A3EF-5EB8-9B8C-AF4184C21548}"/>
          </ac:spMkLst>
        </pc:spChg>
        <pc:spChg chg="mod">
          <ac:chgData name="Đinh Trần Thảo Phương" userId="21b2fe43-fe83-4dbe-8475-159cec80e33c" providerId="ADAL" clId="{F222F23E-C05C-41A5-8737-0FB73E605679}" dt="2024-05-15T17:59:25.500" v="3028" actId="27803"/>
          <ac:spMkLst>
            <pc:docMk/>
            <pc:sldMk cId="2888953668" sldId="262"/>
            <ac:spMk id="53" creationId="{F0097820-7648-8CA9-6C56-1F2698E2B22E}"/>
          </ac:spMkLst>
        </pc:spChg>
        <pc:spChg chg="mod">
          <ac:chgData name="Đinh Trần Thảo Phương" userId="21b2fe43-fe83-4dbe-8475-159cec80e33c" providerId="ADAL" clId="{F222F23E-C05C-41A5-8737-0FB73E605679}" dt="2024-05-15T17:59:25.500" v="3028" actId="27803"/>
          <ac:spMkLst>
            <pc:docMk/>
            <pc:sldMk cId="2888953668" sldId="262"/>
            <ac:spMk id="54" creationId="{C98CE04C-8CEF-2C18-C793-7D1F08B8A35C}"/>
          </ac:spMkLst>
        </pc:spChg>
        <pc:spChg chg="mod">
          <ac:chgData name="Đinh Trần Thảo Phương" userId="21b2fe43-fe83-4dbe-8475-159cec80e33c" providerId="ADAL" clId="{F222F23E-C05C-41A5-8737-0FB73E605679}" dt="2024-05-15T17:59:25.500" v="3028" actId="27803"/>
          <ac:spMkLst>
            <pc:docMk/>
            <pc:sldMk cId="2888953668" sldId="262"/>
            <ac:spMk id="55" creationId="{103CFDB5-BB1A-4D72-18AB-EAB3329E5DC9}"/>
          </ac:spMkLst>
        </pc:spChg>
        <pc:spChg chg="mod">
          <ac:chgData name="Đinh Trần Thảo Phương" userId="21b2fe43-fe83-4dbe-8475-159cec80e33c" providerId="ADAL" clId="{F222F23E-C05C-41A5-8737-0FB73E605679}" dt="2024-05-15T17:59:25.500" v="3028" actId="27803"/>
          <ac:spMkLst>
            <pc:docMk/>
            <pc:sldMk cId="2888953668" sldId="262"/>
            <ac:spMk id="56" creationId="{77EBE9E1-2CEE-3033-59AD-AFBDFF5B86EF}"/>
          </ac:spMkLst>
        </pc:spChg>
        <pc:spChg chg="mod">
          <ac:chgData name="Đinh Trần Thảo Phương" userId="21b2fe43-fe83-4dbe-8475-159cec80e33c" providerId="ADAL" clId="{F222F23E-C05C-41A5-8737-0FB73E605679}" dt="2024-05-15T17:59:25.500" v="3028" actId="27803"/>
          <ac:spMkLst>
            <pc:docMk/>
            <pc:sldMk cId="2888953668" sldId="262"/>
            <ac:spMk id="57" creationId="{F7E279F5-D762-1DF0-4AFB-9410818756D6}"/>
          </ac:spMkLst>
        </pc:spChg>
        <pc:spChg chg="mod">
          <ac:chgData name="Đinh Trần Thảo Phương" userId="21b2fe43-fe83-4dbe-8475-159cec80e33c" providerId="ADAL" clId="{F222F23E-C05C-41A5-8737-0FB73E605679}" dt="2024-05-15T17:59:25.500" v="3028" actId="27803"/>
          <ac:spMkLst>
            <pc:docMk/>
            <pc:sldMk cId="2888953668" sldId="262"/>
            <ac:spMk id="58" creationId="{971B9F4B-BCAB-1D00-4F7D-00AFB0912CF5}"/>
          </ac:spMkLst>
        </pc:spChg>
        <pc:spChg chg="mod">
          <ac:chgData name="Đinh Trần Thảo Phương" userId="21b2fe43-fe83-4dbe-8475-159cec80e33c" providerId="ADAL" clId="{F222F23E-C05C-41A5-8737-0FB73E605679}" dt="2024-05-15T17:59:25.500" v="3028" actId="27803"/>
          <ac:spMkLst>
            <pc:docMk/>
            <pc:sldMk cId="2888953668" sldId="262"/>
            <ac:spMk id="59" creationId="{67159826-8484-0E04-D0CB-129865A65CA8}"/>
          </ac:spMkLst>
        </pc:spChg>
        <pc:spChg chg="del mod modVis">
          <ac:chgData name="Đinh Trần Thảo Phương" userId="21b2fe43-fe83-4dbe-8475-159cec80e33c" providerId="ADAL" clId="{F222F23E-C05C-41A5-8737-0FB73E605679}" dt="2024-05-15T18:00:54.283" v="3087" actId="478"/>
          <ac:spMkLst>
            <pc:docMk/>
            <pc:sldMk cId="2888953668" sldId="262"/>
            <ac:spMk id="60" creationId="{B6954979-5856-3A48-3D46-1228716653AE}"/>
          </ac:spMkLst>
        </pc:spChg>
        <pc:spChg chg="mod modVis">
          <ac:chgData name="Đinh Trần Thảo Phương" userId="21b2fe43-fe83-4dbe-8475-159cec80e33c" providerId="ADAL" clId="{F222F23E-C05C-41A5-8737-0FB73E605679}" dt="2024-05-15T18:00:51.525" v="3084" actId="14429"/>
          <ac:spMkLst>
            <pc:docMk/>
            <pc:sldMk cId="2888953668" sldId="262"/>
            <ac:spMk id="61" creationId="{C41DAECB-6D36-38E5-1B8B-51416FDAF440}"/>
          </ac:spMkLst>
        </pc:spChg>
        <pc:spChg chg="mod modVis">
          <ac:chgData name="Đinh Trần Thảo Phương" userId="21b2fe43-fe83-4dbe-8475-159cec80e33c" providerId="ADAL" clId="{F222F23E-C05C-41A5-8737-0FB73E605679}" dt="2024-05-15T18:00:50.020" v="3082" actId="14429"/>
          <ac:spMkLst>
            <pc:docMk/>
            <pc:sldMk cId="2888953668" sldId="262"/>
            <ac:spMk id="62" creationId="{DC9E1D03-0A2D-6DA2-DD07-B4A7E52C2E8D}"/>
          </ac:spMkLst>
        </pc:spChg>
        <pc:spChg chg="mod modVis">
          <ac:chgData name="Đinh Trần Thảo Phương" userId="21b2fe43-fe83-4dbe-8475-159cec80e33c" providerId="ADAL" clId="{F222F23E-C05C-41A5-8737-0FB73E605679}" dt="2024-05-15T18:00:48.480" v="3080" actId="14429"/>
          <ac:spMkLst>
            <pc:docMk/>
            <pc:sldMk cId="2888953668" sldId="262"/>
            <ac:spMk id="63" creationId="{BBD49F5A-877F-26E7-9C87-F4A866792DCA}"/>
          </ac:spMkLst>
        </pc:spChg>
        <pc:spChg chg="mod modVis">
          <ac:chgData name="Đinh Trần Thảo Phương" userId="21b2fe43-fe83-4dbe-8475-159cec80e33c" providerId="ADAL" clId="{F222F23E-C05C-41A5-8737-0FB73E605679}" dt="2024-05-15T18:00:45.929" v="3078" actId="14429"/>
          <ac:spMkLst>
            <pc:docMk/>
            <pc:sldMk cId="2888953668" sldId="262"/>
            <ac:spMk id="64" creationId="{488EB17C-3E60-7A02-21F4-87023A56547F}"/>
          </ac:spMkLst>
        </pc:spChg>
        <pc:spChg chg="del mod modVis">
          <ac:chgData name="Đinh Trần Thảo Phương" userId="21b2fe43-fe83-4dbe-8475-159cec80e33c" providerId="ADAL" clId="{F222F23E-C05C-41A5-8737-0FB73E605679}" dt="2024-05-15T18:00:44.291" v="3076" actId="478"/>
          <ac:spMkLst>
            <pc:docMk/>
            <pc:sldMk cId="2888953668" sldId="262"/>
            <ac:spMk id="65" creationId="{012B26A4-B4AF-2D3F-8E9B-C17DF2ACAF91}"/>
          </ac:spMkLst>
        </pc:spChg>
        <pc:spChg chg="mod modVis">
          <ac:chgData name="Đinh Trần Thảo Phương" userId="21b2fe43-fe83-4dbe-8475-159cec80e33c" providerId="ADAL" clId="{F222F23E-C05C-41A5-8737-0FB73E605679}" dt="2024-05-15T18:00:37.003" v="3069" actId="14429"/>
          <ac:spMkLst>
            <pc:docMk/>
            <pc:sldMk cId="2888953668" sldId="262"/>
            <ac:spMk id="66" creationId="{D3B85D27-7D3E-7FB5-3DF4-5460AF3088D2}"/>
          </ac:spMkLst>
        </pc:spChg>
        <pc:spChg chg="mod modVis">
          <ac:chgData name="Đinh Trần Thảo Phương" userId="21b2fe43-fe83-4dbe-8475-159cec80e33c" providerId="ADAL" clId="{F222F23E-C05C-41A5-8737-0FB73E605679}" dt="2024-05-15T18:00:34.464" v="3067" actId="14429"/>
          <ac:spMkLst>
            <pc:docMk/>
            <pc:sldMk cId="2888953668" sldId="262"/>
            <ac:spMk id="67" creationId="{62F60A38-D024-8612-AB25-057039144ACB}"/>
          </ac:spMkLst>
        </pc:spChg>
        <pc:spChg chg="del mod modVis">
          <ac:chgData name="Đinh Trần Thảo Phương" userId="21b2fe43-fe83-4dbe-8475-159cec80e33c" providerId="ADAL" clId="{F222F23E-C05C-41A5-8737-0FB73E605679}" dt="2024-05-15T18:00:32.923" v="3065" actId="478"/>
          <ac:spMkLst>
            <pc:docMk/>
            <pc:sldMk cId="2888953668" sldId="262"/>
            <ac:spMk id="68" creationId="{1E1EF5AE-B5BB-5091-19D0-F298273587AF}"/>
          </ac:spMkLst>
        </pc:spChg>
        <pc:spChg chg="mod modVis">
          <ac:chgData name="Đinh Trần Thảo Phương" userId="21b2fe43-fe83-4dbe-8475-159cec80e33c" providerId="ADAL" clId="{F222F23E-C05C-41A5-8737-0FB73E605679}" dt="2024-05-15T18:00:28.480" v="3062" actId="14429"/>
          <ac:spMkLst>
            <pc:docMk/>
            <pc:sldMk cId="2888953668" sldId="262"/>
            <ac:spMk id="69" creationId="{10B14233-AAB1-2226-FBDE-02CB2A9A8F3B}"/>
          </ac:spMkLst>
        </pc:spChg>
        <pc:spChg chg="del mod modVis">
          <ac:chgData name="Đinh Trần Thảo Phương" userId="21b2fe43-fe83-4dbe-8475-159cec80e33c" providerId="ADAL" clId="{F222F23E-C05C-41A5-8737-0FB73E605679}" dt="2024-05-15T18:00:26.448" v="3060" actId="478"/>
          <ac:spMkLst>
            <pc:docMk/>
            <pc:sldMk cId="2888953668" sldId="262"/>
            <ac:spMk id="70" creationId="{3BB1D9E8-0168-ABD2-023D-7E498DD21F02}"/>
          </ac:spMkLst>
        </pc:spChg>
        <pc:spChg chg="mod modVis">
          <ac:chgData name="Đinh Trần Thảo Phương" userId="21b2fe43-fe83-4dbe-8475-159cec80e33c" providerId="ADAL" clId="{F222F23E-C05C-41A5-8737-0FB73E605679}" dt="2024-05-15T18:00:19.303" v="3057" actId="14429"/>
          <ac:spMkLst>
            <pc:docMk/>
            <pc:sldMk cId="2888953668" sldId="262"/>
            <ac:spMk id="71" creationId="{8E31C794-340B-EA88-FD45-74AB505A90B8}"/>
          </ac:spMkLst>
        </pc:spChg>
        <pc:spChg chg="mod modVis">
          <ac:chgData name="Đinh Trần Thảo Phương" userId="21b2fe43-fe83-4dbe-8475-159cec80e33c" providerId="ADAL" clId="{F222F23E-C05C-41A5-8737-0FB73E605679}" dt="2024-05-15T18:00:17.620" v="3055" actId="14429"/>
          <ac:spMkLst>
            <pc:docMk/>
            <pc:sldMk cId="2888953668" sldId="262"/>
            <ac:spMk id="72" creationId="{878B9D5A-2256-10F5-0FA9-7CC02D7C0DA6}"/>
          </ac:spMkLst>
        </pc:spChg>
        <pc:spChg chg="mod modVis">
          <ac:chgData name="Đinh Trần Thảo Phương" userId="21b2fe43-fe83-4dbe-8475-159cec80e33c" providerId="ADAL" clId="{F222F23E-C05C-41A5-8737-0FB73E605679}" dt="2024-05-15T18:00:15.996" v="3053" actId="14429"/>
          <ac:spMkLst>
            <pc:docMk/>
            <pc:sldMk cId="2888953668" sldId="262"/>
            <ac:spMk id="73" creationId="{CE344AF1-1DA6-FF67-3818-6B10208241E6}"/>
          </ac:spMkLst>
        </pc:spChg>
        <pc:spChg chg="mod modVis">
          <ac:chgData name="Đinh Trần Thảo Phương" userId="21b2fe43-fe83-4dbe-8475-159cec80e33c" providerId="ADAL" clId="{F222F23E-C05C-41A5-8737-0FB73E605679}" dt="2024-05-15T18:00:13.641" v="3051" actId="14429"/>
          <ac:spMkLst>
            <pc:docMk/>
            <pc:sldMk cId="2888953668" sldId="262"/>
            <ac:spMk id="74" creationId="{A1E64747-1D1C-CF1F-46AE-83AC4E6856A1}"/>
          </ac:spMkLst>
        </pc:spChg>
        <pc:spChg chg="mod modVis">
          <ac:chgData name="Đinh Trần Thảo Phương" userId="21b2fe43-fe83-4dbe-8475-159cec80e33c" providerId="ADAL" clId="{F222F23E-C05C-41A5-8737-0FB73E605679}" dt="2024-05-15T18:00:12.328" v="3049" actId="14429"/>
          <ac:spMkLst>
            <pc:docMk/>
            <pc:sldMk cId="2888953668" sldId="262"/>
            <ac:spMk id="75" creationId="{2BEB5B8E-B979-5BCE-F529-1F085D2B2D49}"/>
          </ac:spMkLst>
        </pc:spChg>
        <pc:spChg chg="mod modVis">
          <ac:chgData name="Đinh Trần Thảo Phương" userId="21b2fe43-fe83-4dbe-8475-159cec80e33c" providerId="ADAL" clId="{F222F23E-C05C-41A5-8737-0FB73E605679}" dt="2024-05-15T18:00:03.400" v="3041" actId="14429"/>
          <ac:spMkLst>
            <pc:docMk/>
            <pc:sldMk cId="2888953668" sldId="262"/>
            <ac:spMk id="76" creationId="{7128671B-EE73-AA5F-C5A9-8E62441C7040}"/>
          </ac:spMkLst>
        </pc:spChg>
        <pc:spChg chg="mod modVis">
          <ac:chgData name="Đinh Trần Thảo Phương" userId="21b2fe43-fe83-4dbe-8475-159cec80e33c" providerId="ADAL" clId="{F222F23E-C05C-41A5-8737-0FB73E605679}" dt="2024-05-15T18:00:01.550" v="3039" actId="14429"/>
          <ac:spMkLst>
            <pc:docMk/>
            <pc:sldMk cId="2888953668" sldId="262"/>
            <ac:spMk id="77" creationId="{ECF5405E-859B-2C99-E566-374E26ED105D}"/>
          </ac:spMkLst>
        </pc:spChg>
        <pc:spChg chg="del mod modVis">
          <ac:chgData name="Đinh Trần Thảo Phương" userId="21b2fe43-fe83-4dbe-8475-159cec80e33c" providerId="ADAL" clId="{F222F23E-C05C-41A5-8737-0FB73E605679}" dt="2024-05-15T17:59:58.265" v="3037" actId="478"/>
          <ac:spMkLst>
            <pc:docMk/>
            <pc:sldMk cId="2888953668" sldId="262"/>
            <ac:spMk id="78" creationId="{0B2041AC-DC43-22B3-42BE-47A1D7B65FDD}"/>
          </ac:spMkLst>
        </pc:spChg>
        <pc:spChg chg="mod modVis">
          <ac:chgData name="Đinh Trần Thảo Phương" userId="21b2fe43-fe83-4dbe-8475-159cec80e33c" providerId="ADAL" clId="{F222F23E-C05C-41A5-8737-0FB73E605679}" dt="2024-05-15T18:07:17.550" v="3272" actId="14430"/>
          <ac:spMkLst>
            <pc:docMk/>
            <pc:sldMk cId="2888953668" sldId="262"/>
            <ac:spMk id="79" creationId="{21E5C9D6-0EE5-6941-0754-66AE66623DCF}"/>
          </ac:spMkLst>
        </pc:spChg>
        <pc:grpChg chg="mod">
          <ac:chgData name="Đinh Trần Thảo Phương" userId="21b2fe43-fe83-4dbe-8475-159cec80e33c" providerId="ADAL" clId="{F222F23E-C05C-41A5-8737-0FB73E605679}" dt="2024-05-15T17:59:37.890" v="3030" actId="14100"/>
          <ac:grpSpMkLst>
            <pc:docMk/>
            <pc:sldMk cId="2888953668" sldId="262"/>
            <ac:grpSpMk id="7" creationId="{6F71A0AB-6BAA-0796-47EC-7EDF1B756007}"/>
          </ac:grpSpMkLst>
        </pc:grpChg>
        <pc:picChg chg="add del mod">
          <ac:chgData name="Đinh Trần Thảo Phương" userId="21b2fe43-fe83-4dbe-8475-159cec80e33c" providerId="ADAL" clId="{F222F23E-C05C-41A5-8737-0FB73E605679}" dt="2024-05-15T17:59:25.500" v="3028" actId="27803"/>
          <ac:picMkLst>
            <pc:docMk/>
            <pc:sldMk cId="2888953668" sldId="262"/>
            <ac:picMk id="6" creationId="{50BCE7B8-D426-2EE3-BEE7-471659AF10E4}"/>
          </ac:picMkLst>
        </pc:picChg>
      </pc:sldChg>
      <pc:sldChg chg="addSp delSp modSp add mod addAnim delAnim modAnim">
        <pc:chgData name="Đinh Trần Thảo Phương" userId="21b2fe43-fe83-4dbe-8475-159cec80e33c" providerId="ADAL" clId="{F222F23E-C05C-41A5-8737-0FB73E605679}" dt="2024-05-15T19:12:40.767" v="5803"/>
        <pc:sldMkLst>
          <pc:docMk/>
          <pc:sldMk cId="880980989" sldId="263"/>
        </pc:sldMkLst>
        <pc:spChg chg="add mod">
          <ac:chgData name="Đinh Trần Thảo Phương" userId="21b2fe43-fe83-4dbe-8475-159cec80e33c" providerId="ADAL" clId="{F222F23E-C05C-41A5-8737-0FB73E605679}" dt="2024-05-15T19:03:59.909" v="5613"/>
          <ac:spMkLst>
            <pc:docMk/>
            <pc:sldMk cId="880980989" sldId="263"/>
            <ac:spMk id="2" creationId="{1DA22480-8858-A148-F30F-3C9B4A3CABD2}"/>
          </ac:spMkLst>
        </pc:spChg>
        <pc:spChg chg="add mod">
          <ac:chgData name="Đinh Trần Thảo Phương" userId="21b2fe43-fe83-4dbe-8475-159cec80e33c" providerId="ADAL" clId="{F222F23E-C05C-41A5-8737-0FB73E605679}" dt="2024-05-15T17:48:12.788" v="2484"/>
          <ac:spMkLst>
            <pc:docMk/>
            <pc:sldMk cId="880980989" sldId="263"/>
            <ac:spMk id="3" creationId="{ABC3E02B-DA2D-6659-6D10-823BD8B2E6E7}"/>
          </ac:spMkLst>
        </pc:spChg>
        <pc:spChg chg="add mod">
          <ac:chgData name="Đinh Trần Thảo Phương" userId="21b2fe43-fe83-4dbe-8475-159cec80e33c" providerId="ADAL" clId="{F222F23E-C05C-41A5-8737-0FB73E605679}" dt="2024-05-15T17:48:38.006" v="2564" actId="1037"/>
          <ac:spMkLst>
            <pc:docMk/>
            <pc:sldMk cId="880980989" sldId="263"/>
            <ac:spMk id="5" creationId="{26380808-8DC3-36EF-CF02-7A51E5913F72}"/>
          </ac:spMkLst>
        </pc:spChg>
        <pc:spChg chg="add mod">
          <ac:chgData name="Đinh Trần Thảo Phương" userId="21b2fe43-fe83-4dbe-8475-159cec80e33c" providerId="ADAL" clId="{F222F23E-C05C-41A5-8737-0FB73E605679}" dt="2024-05-15T17:48:49.257" v="2686" actId="1037"/>
          <ac:spMkLst>
            <pc:docMk/>
            <pc:sldMk cId="880980989" sldId="263"/>
            <ac:spMk id="6" creationId="{70FACABC-71EB-E579-7363-E9E3A17B6BDE}"/>
          </ac:spMkLst>
        </pc:spChg>
        <pc:spChg chg="add mod">
          <ac:chgData name="Đinh Trần Thảo Phương" userId="21b2fe43-fe83-4dbe-8475-159cec80e33c" providerId="ADAL" clId="{F222F23E-C05C-41A5-8737-0FB73E605679}" dt="2024-05-15T17:48:49.257" v="2686" actId="1037"/>
          <ac:spMkLst>
            <pc:docMk/>
            <pc:sldMk cId="880980989" sldId="263"/>
            <ac:spMk id="7" creationId="{CB4AD8E8-9477-C9C4-AD01-3680AE70C2E0}"/>
          </ac:spMkLst>
        </pc:spChg>
        <pc:spChg chg="add del mod">
          <ac:chgData name="Đinh Trần Thảo Phương" userId="21b2fe43-fe83-4dbe-8475-159cec80e33c" providerId="ADAL" clId="{F222F23E-C05C-41A5-8737-0FB73E605679}" dt="2024-05-15T18:46:53.003" v="5043" actId="21"/>
          <ac:spMkLst>
            <pc:docMk/>
            <pc:sldMk cId="880980989" sldId="263"/>
            <ac:spMk id="9" creationId="{6200AE46-B3B9-B354-A5CB-334FC7E608CF}"/>
          </ac:spMkLst>
        </pc:spChg>
        <pc:spChg chg="add mod">
          <ac:chgData name="Đinh Trần Thảo Phương" userId="21b2fe43-fe83-4dbe-8475-159cec80e33c" providerId="ADAL" clId="{F222F23E-C05C-41A5-8737-0FB73E605679}" dt="2024-05-15T18:45:45.991" v="5038" actId="1037"/>
          <ac:spMkLst>
            <pc:docMk/>
            <pc:sldMk cId="880980989" sldId="263"/>
            <ac:spMk id="10" creationId="{76FC6D26-76AD-DB40-0D66-FBE423D8F404}"/>
          </ac:spMkLst>
        </pc:spChg>
        <pc:spChg chg="add mod">
          <ac:chgData name="Đinh Trần Thảo Phương" userId="21b2fe43-fe83-4dbe-8475-159cec80e33c" providerId="ADAL" clId="{F222F23E-C05C-41A5-8737-0FB73E605679}" dt="2024-05-15T18:48:49.605" v="5184" actId="1036"/>
          <ac:spMkLst>
            <pc:docMk/>
            <pc:sldMk cId="880980989" sldId="263"/>
            <ac:spMk id="11" creationId="{9F2E5AC3-3829-9CBF-18EA-EA78B3BBCDCB}"/>
          </ac:spMkLst>
        </pc:spChg>
        <pc:spChg chg="add mod">
          <ac:chgData name="Đinh Trần Thảo Phương" userId="21b2fe43-fe83-4dbe-8475-159cec80e33c" providerId="ADAL" clId="{F222F23E-C05C-41A5-8737-0FB73E605679}" dt="2024-05-15T17:49:41.528" v="2762" actId="20577"/>
          <ac:spMkLst>
            <pc:docMk/>
            <pc:sldMk cId="880980989" sldId="263"/>
            <ac:spMk id="17" creationId="{F92EF2BF-2E1C-CB3C-F867-8CF4A3784DE4}"/>
          </ac:spMkLst>
        </pc:spChg>
        <pc:spChg chg="add del mod">
          <ac:chgData name="Đinh Trần Thảo Phương" userId="21b2fe43-fe83-4dbe-8475-159cec80e33c" providerId="ADAL" clId="{F222F23E-C05C-41A5-8737-0FB73E605679}" dt="2024-05-15T18:46:53.003" v="5043" actId="21"/>
          <ac:spMkLst>
            <pc:docMk/>
            <pc:sldMk cId="880980989" sldId="263"/>
            <ac:spMk id="18" creationId="{D4DB8BED-69C1-F646-9E65-A10CB9A3F0F9}"/>
          </ac:spMkLst>
        </pc:spChg>
        <pc:spChg chg="add del mod">
          <ac:chgData name="Đinh Trần Thảo Phương" userId="21b2fe43-fe83-4dbe-8475-159cec80e33c" providerId="ADAL" clId="{F222F23E-C05C-41A5-8737-0FB73E605679}" dt="2024-05-15T18:46:53.003" v="5043" actId="21"/>
          <ac:spMkLst>
            <pc:docMk/>
            <pc:sldMk cId="880980989" sldId="263"/>
            <ac:spMk id="19" creationId="{8C4AE7D5-FA70-80F7-8DB2-755CA2188D22}"/>
          </ac:spMkLst>
        </pc:spChg>
        <pc:grpChg chg="add del mod">
          <ac:chgData name="Đinh Trần Thảo Phương" userId="21b2fe43-fe83-4dbe-8475-159cec80e33c" providerId="ADAL" clId="{F222F23E-C05C-41A5-8737-0FB73E605679}" dt="2024-05-15T19:04:21.815" v="5618" actId="165"/>
          <ac:grpSpMkLst>
            <pc:docMk/>
            <pc:sldMk cId="880980989" sldId="263"/>
            <ac:grpSpMk id="20" creationId="{295C6B71-DB35-CF1B-B167-C779F313F276}"/>
          </ac:grpSpMkLst>
        </pc:grpChg>
        <pc:picChg chg="add mod">
          <ac:chgData name="Đinh Trần Thảo Phương" userId="21b2fe43-fe83-4dbe-8475-159cec80e33c" providerId="ADAL" clId="{F222F23E-C05C-41A5-8737-0FB73E605679}" dt="2024-05-15T17:48:12.788" v="2484"/>
          <ac:picMkLst>
            <pc:docMk/>
            <pc:sldMk cId="880980989" sldId="263"/>
            <ac:picMk id="8" creationId="{EB5C678A-755C-0F93-E770-47FC232908DA}"/>
          </ac:picMkLst>
        </pc:picChg>
        <pc:picChg chg="add mod topLvl">
          <ac:chgData name="Đinh Trần Thảo Phương" userId="21b2fe43-fe83-4dbe-8475-159cec80e33c" providerId="ADAL" clId="{F222F23E-C05C-41A5-8737-0FB73E605679}" dt="2024-05-15T19:04:21.815" v="5618" actId="165"/>
          <ac:picMkLst>
            <pc:docMk/>
            <pc:sldMk cId="880980989" sldId="263"/>
            <ac:picMk id="12" creationId="{ACE1EDA2-05E2-2691-5D0A-1C7EE10672E2}"/>
          </ac:picMkLst>
        </pc:picChg>
        <pc:picChg chg="add mod topLvl">
          <ac:chgData name="Đinh Trần Thảo Phương" userId="21b2fe43-fe83-4dbe-8475-159cec80e33c" providerId="ADAL" clId="{F222F23E-C05C-41A5-8737-0FB73E605679}" dt="2024-05-15T19:04:21.815" v="5618" actId="165"/>
          <ac:picMkLst>
            <pc:docMk/>
            <pc:sldMk cId="880980989" sldId="263"/>
            <ac:picMk id="13" creationId="{A2B7C16E-52CE-6E54-EC82-77E85A36830A}"/>
          </ac:picMkLst>
        </pc:picChg>
        <pc:picChg chg="add mod topLvl">
          <ac:chgData name="Đinh Trần Thảo Phương" userId="21b2fe43-fe83-4dbe-8475-159cec80e33c" providerId="ADAL" clId="{F222F23E-C05C-41A5-8737-0FB73E605679}" dt="2024-05-15T19:04:21.815" v="5618" actId="165"/>
          <ac:picMkLst>
            <pc:docMk/>
            <pc:sldMk cId="880980989" sldId="263"/>
            <ac:picMk id="14" creationId="{793ADF99-AF36-0097-90E2-ABA2CD6BC83B}"/>
          </ac:picMkLst>
        </pc:picChg>
        <pc:picChg chg="add mod topLvl">
          <ac:chgData name="Đinh Trần Thảo Phương" userId="21b2fe43-fe83-4dbe-8475-159cec80e33c" providerId="ADAL" clId="{F222F23E-C05C-41A5-8737-0FB73E605679}" dt="2024-05-15T19:04:21.815" v="5618" actId="165"/>
          <ac:picMkLst>
            <pc:docMk/>
            <pc:sldMk cId="880980989" sldId="263"/>
            <ac:picMk id="15" creationId="{B9AC5997-B421-2EB2-338A-6917935BEA4C}"/>
          </ac:picMkLst>
        </pc:picChg>
        <pc:picChg chg="add mod topLvl">
          <ac:chgData name="Đinh Trần Thảo Phương" userId="21b2fe43-fe83-4dbe-8475-159cec80e33c" providerId="ADAL" clId="{F222F23E-C05C-41A5-8737-0FB73E605679}" dt="2024-05-15T19:04:21.815" v="5618" actId="165"/>
          <ac:picMkLst>
            <pc:docMk/>
            <pc:sldMk cId="880980989" sldId="263"/>
            <ac:picMk id="16" creationId="{425E1897-7C39-4148-DE76-5AA1014FCAA9}"/>
          </ac:picMkLst>
        </pc:picChg>
      </pc:sldChg>
      <pc:sldChg chg="addSp delSp modSp add mod delAnim modAnim">
        <pc:chgData name="Đinh Trần Thảo Phương" userId="21b2fe43-fe83-4dbe-8475-159cec80e33c" providerId="ADAL" clId="{F222F23E-C05C-41A5-8737-0FB73E605679}" dt="2024-05-15T19:12:13.013" v="5800"/>
        <pc:sldMkLst>
          <pc:docMk/>
          <pc:sldMk cId="3072760860" sldId="264"/>
        </pc:sldMkLst>
        <pc:spChg chg="add del mod">
          <ac:chgData name="Đinh Trần Thảo Phương" userId="21b2fe43-fe83-4dbe-8475-159cec80e33c" providerId="ADAL" clId="{F222F23E-C05C-41A5-8737-0FB73E605679}" dt="2024-05-15T17:24:10.531" v="1956" actId="478"/>
          <ac:spMkLst>
            <pc:docMk/>
            <pc:sldMk cId="3072760860" sldId="264"/>
            <ac:spMk id="2" creationId="{2211AED5-C294-23E3-F58B-0AB6567E7A4C}"/>
          </ac:spMkLst>
        </pc:spChg>
        <pc:spChg chg="add del mod">
          <ac:chgData name="Đinh Trần Thảo Phương" userId="21b2fe43-fe83-4dbe-8475-159cec80e33c" providerId="ADAL" clId="{F222F23E-C05C-41A5-8737-0FB73E605679}" dt="2024-05-15T17:25:08.951" v="2062" actId="14100"/>
          <ac:spMkLst>
            <pc:docMk/>
            <pc:sldMk cId="3072760860" sldId="264"/>
            <ac:spMk id="3" creationId="{6909BFCD-73B9-0027-CB94-E9C80292CC4B}"/>
          </ac:spMkLst>
        </pc:spChg>
        <pc:spChg chg="mod">
          <ac:chgData name="Đinh Trần Thảo Phương" userId="21b2fe43-fe83-4dbe-8475-159cec80e33c" providerId="ADAL" clId="{F222F23E-C05C-41A5-8737-0FB73E605679}" dt="2024-05-15T19:02:16.613" v="5593"/>
          <ac:spMkLst>
            <pc:docMk/>
            <pc:sldMk cId="3072760860" sldId="264"/>
            <ac:spMk id="5" creationId="{7741EAA8-6EBC-CA32-18B7-4F1FFB0D9F37}"/>
          </ac:spMkLst>
        </pc:spChg>
        <pc:spChg chg="mod">
          <ac:chgData name="Đinh Trần Thảo Phương" userId="21b2fe43-fe83-4dbe-8475-159cec80e33c" providerId="ADAL" clId="{F222F23E-C05C-41A5-8737-0FB73E605679}" dt="2024-05-15T17:25:20.060" v="2115" actId="1037"/>
          <ac:spMkLst>
            <pc:docMk/>
            <pc:sldMk cId="3072760860" sldId="264"/>
            <ac:spMk id="7" creationId="{96AB633F-C683-E09C-1780-63068E7D667F}"/>
          </ac:spMkLst>
        </pc:spChg>
        <pc:spChg chg="add del mod">
          <ac:chgData name="Đinh Trần Thảo Phương" userId="21b2fe43-fe83-4dbe-8475-159cec80e33c" providerId="ADAL" clId="{F222F23E-C05C-41A5-8737-0FB73E605679}" dt="2024-05-15T17:28:14.331" v="2419" actId="478"/>
          <ac:spMkLst>
            <pc:docMk/>
            <pc:sldMk cId="3072760860" sldId="264"/>
            <ac:spMk id="8" creationId="{C6BE8D21-F670-783A-079B-9B53E8623ADD}"/>
          </ac:spMkLst>
        </pc:spChg>
        <pc:spChg chg="add mod">
          <ac:chgData name="Đinh Trần Thảo Phương" userId="21b2fe43-fe83-4dbe-8475-159cec80e33c" providerId="ADAL" clId="{F222F23E-C05C-41A5-8737-0FB73E605679}" dt="2024-05-15T17:29:08.781" v="2427" actId="6549"/>
          <ac:spMkLst>
            <pc:docMk/>
            <pc:sldMk cId="3072760860" sldId="264"/>
            <ac:spMk id="9" creationId="{3E8A3A07-968E-2128-83FC-EA407B738FEE}"/>
          </ac:spMkLst>
        </pc:spChg>
        <pc:spChg chg="add mod">
          <ac:chgData name="Đinh Trần Thảo Phương" userId="21b2fe43-fe83-4dbe-8475-159cec80e33c" providerId="ADAL" clId="{F222F23E-C05C-41A5-8737-0FB73E605679}" dt="2024-05-15T17:28:23.267" v="2421"/>
          <ac:spMkLst>
            <pc:docMk/>
            <pc:sldMk cId="3072760860" sldId="264"/>
            <ac:spMk id="10" creationId="{A39D55BD-3025-79B7-36AB-18033CDD3CA1}"/>
          </ac:spMkLst>
        </pc:spChg>
        <pc:spChg chg="add mod">
          <ac:chgData name="Đinh Trần Thảo Phương" userId="21b2fe43-fe83-4dbe-8475-159cec80e33c" providerId="ADAL" clId="{F222F23E-C05C-41A5-8737-0FB73E605679}" dt="2024-05-15T17:29:33.597" v="2431" actId="207"/>
          <ac:spMkLst>
            <pc:docMk/>
            <pc:sldMk cId="3072760860" sldId="264"/>
            <ac:spMk id="12" creationId="{87B4F31E-F9F3-0681-3FF0-E0460CA65AB4}"/>
          </ac:spMkLst>
        </pc:spChg>
        <pc:spChg chg="mod">
          <ac:chgData name="Đinh Trần Thảo Phương" userId="21b2fe43-fe83-4dbe-8475-159cec80e33c" providerId="ADAL" clId="{F222F23E-C05C-41A5-8737-0FB73E605679}" dt="2024-05-15T17:27:59.734" v="2416" actId="1037"/>
          <ac:spMkLst>
            <pc:docMk/>
            <pc:sldMk cId="3072760860" sldId="264"/>
            <ac:spMk id="13" creationId="{048047D5-E60E-A395-185C-DED2338FFA11}"/>
          </ac:spMkLst>
        </pc:spChg>
        <pc:spChg chg="add del mod ord">
          <ac:chgData name="Đinh Trần Thảo Phương" userId="21b2fe43-fe83-4dbe-8475-159cec80e33c" providerId="ADAL" clId="{F222F23E-C05C-41A5-8737-0FB73E605679}" dt="2024-05-15T17:54:04.029" v="2934" actId="478"/>
          <ac:spMkLst>
            <pc:docMk/>
            <pc:sldMk cId="3072760860" sldId="264"/>
            <ac:spMk id="15" creationId="{6D7CF171-331B-EC13-4134-04121F870817}"/>
          </ac:spMkLst>
        </pc:spChg>
        <pc:spChg chg="add del mod modVis">
          <ac:chgData name="Đinh Trần Thảo Phương" userId="21b2fe43-fe83-4dbe-8475-159cec80e33c" providerId="ADAL" clId="{F222F23E-C05C-41A5-8737-0FB73E605679}" dt="2024-05-15T17:54:12.731" v="2939" actId="478"/>
          <ac:spMkLst>
            <pc:docMk/>
            <pc:sldMk cId="3072760860" sldId="264"/>
            <ac:spMk id="16" creationId="{83861560-8FB3-C428-3745-9EBA6119B6D2}"/>
          </ac:spMkLst>
        </pc:spChg>
        <pc:spChg chg="add del mod">
          <ac:chgData name="Đinh Trần Thảo Phương" userId="21b2fe43-fe83-4dbe-8475-159cec80e33c" providerId="ADAL" clId="{F222F23E-C05C-41A5-8737-0FB73E605679}" dt="2024-05-15T17:49:00.592" v="2687" actId="21"/>
          <ac:spMkLst>
            <pc:docMk/>
            <pc:sldMk cId="3072760860" sldId="264"/>
            <ac:spMk id="17" creationId="{F92EF2BF-2E1C-CB3C-F867-8CF4A3784DE4}"/>
          </ac:spMkLst>
        </pc:spChg>
        <pc:spChg chg="add del mod">
          <ac:chgData name="Đinh Trần Thảo Phương" userId="21b2fe43-fe83-4dbe-8475-159cec80e33c" providerId="ADAL" clId="{F222F23E-C05C-41A5-8737-0FB73E605679}" dt="2024-05-15T17:49:00.592" v="2687" actId="21"/>
          <ac:spMkLst>
            <pc:docMk/>
            <pc:sldMk cId="3072760860" sldId="264"/>
            <ac:spMk id="18" creationId="{D4DB8BED-69C1-F646-9E65-A10CB9A3F0F9}"/>
          </ac:spMkLst>
        </pc:spChg>
        <pc:spChg chg="add del mod">
          <ac:chgData name="Đinh Trần Thảo Phương" userId="21b2fe43-fe83-4dbe-8475-159cec80e33c" providerId="ADAL" clId="{F222F23E-C05C-41A5-8737-0FB73E605679}" dt="2024-05-15T17:49:00.592" v="2687" actId="21"/>
          <ac:spMkLst>
            <pc:docMk/>
            <pc:sldMk cId="3072760860" sldId="264"/>
            <ac:spMk id="19" creationId="{8C4AE7D5-FA70-80F7-8DB2-755CA2188D22}"/>
          </ac:spMkLst>
        </pc:spChg>
        <pc:spChg chg="add mod modVis">
          <ac:chgData name="Đinh Trần Thảo Phương" userId="21b2fe43-fe83-4dbe-8475-159cec80e33c" providerId="ADAL" clId="{F222F23E-C05C-41A5-8737-0FB73E605679}" dt="2024-05-15T17:54:10.509" v="2937" actId="14429"/>
          <ac:spMkLst>
            <pc:docMk/>
            <pc:sldMk cId="3072760860" sldId="264"/>
            <ac:spMk id="21" creationId="{405F029F-2192-94C1-30F1-C77A327B30C1}"/>
          </ac:spMkLst>
        </pc:spChg>
        <pc:spChg chg="add del mod">
          <ac:chgData name="Đinh Trần Thảo Phương" userId="21b2fe43-fe83-4dbe-8475-159cec80e33c" providerId="ADAL" clId="{F222F23E-C05C-41A5-8737-0FB73E605679}" dt="2024-05-15T17:51:49.392" v="2922" actId="478"/>
          <ac:spMkLst>
            <pc:docMk/>
            <pc:sldMk cId="3072760860" sldId="264"/>
            <ac:spMk id="22" creationId="{CC0D8483-F841-F9F3-FDAD-E78C36C9FA7C}"/>
          </ac:spMkLst>
        </pc:spChg>
        <pc:spChg chg="add del mod">
          <ac:chgData name="Đinh Trần Thảo Phương" userId="21b2fe43-fe83-4dbe-8475-159cec80e33c" providerId="ADAL" clId="{F222F23E-C05C-41A5-8737-0FB73E605679}" dt="2024-05-15T17:51:45.983" v="2920" actId="478"/>
          <ac:spMkLst>
            <pc:docMk/>
            <pc:sldMk cId="3072760860" sldId="264"/>
            <ac:spMk id="23" creationId="{85501EC9-1C93-9C9F-A83F-B8BB93DB3FB7}"/>
          </ac:spMkLst>
        </pc:spChg>
        <pc:spChg chg="add del mod">
          <ac:chgData name="Đinh Trần Thảo Phương" userId="21b2fe43-fe83-4dbe-8475-159cec80e33c" providerId="ADAL" clId="{F222F23E-C05C-41A5-8737-0FB73E605679}" dt="2024-05-15T17:51:47.444" v="2921" actId="478"/>
          <ac:spMkLst>
            <pc:docMk/>
            <pc:sldMk cId="3072760860" sldId="264"/>
            <ac:spMk id="24" creationId="{AF9F7D71-3714-858F-3CD5-9FD147B58DB9}"/>
          </ac:spMkLst>
        </pc:spChg>
        <pc:picChg chg="mod">
          <ac:chgData name="Đinh Trần Thảo Phương" userId="21b2fe43-fe83-4dbe-8475-159cec80e33c" providerId="ADAL" clId="{F222F23E-C05C-41A5-8737-0FB73E605679}" dt="2024-05-15T19:02:18.156" v="5595"/>
          <ac:picMkLst>
            <pc:docMk/>
            <pc:sldMk cId="3072760860" sldId="264"/>
            <ac:picMk id="4" creationId="{C6A38BDA-BF55-D77D-D8BD-3EC375E7B7AD}"/>
          </ac:picMkLst>
        </pc:picChg>
        <pc:picChg chg="del">
          <ac:chgData name="Đinh Trần Thảo Phương" userId="21b2fe43-fe83-4dbe-8475-159cec80e33c" providerId="ADAL" clId="{F222F23E-C05C-41A5-8737-0FB73E605679}" dt="2024-05-15T17:42:20.954" v="2456" actId="21"/>
          <ac:picMkLst>
            <pc:docMk/>
            <pc:sldMk cId="3072760860" sldId="264"/>
            <ac:picMk id="11" creationId="{9A3820BA-8C70-E042-5DCC-AA4FB75D1AFC}"/>
          </ac:picMkLst>
        </pc:picChg>
        <pc:picChg chg="add mod">
          <ac:chgData name="Đinh Trần Thảo Phương" userId="21b2fe43-fe83-4dbe-8475-159cec80e33c" providerId="ADAL" clId="{F222F23E-C05C-41A5-8737-0FB73E605679}" dt="2024-05-15T17:45:28.387" v="2472"/>
          <ac:picMkLst>
            <pc:docMk/>
            <pc:sldMk cId="3072760860" sldId="264"/>
            <ac:picMk id="14" creationId="{1E9BE62B-5051-EC75-9A5B-5997D813669F}"/>
          </ac:picMkLst>
        </pc:picChg>
        <pc:picChg chg="add del mod">
          <ac:chgData name="Đinh Trần Thảo Phương" userId="21b2fe43-fe83-4dbe-8475-159cec80e33c" providerId="ADAL" clId="{F222F23E-C05C-41A5-8737-0FB73E605679}" dt="2024-05-15T17:53:14.521" v="2932" actId="478"/>
          <ac:picMkLst>
            <pc:docMk/>
            <pc:sldMk cId="3072760860" sldId="264"/>
            <ac:picMk id="20" creationId="{0BB8C26A-383F-AFCF-3F7F-0368A6531FFF}"/>
          </ac:picMkLst>
        </pc:picChg>
        <pc:picChg chg="add mod">
          <ac:chgData name="Đinh Trần Thảo Phương" userId="21b2fe43-fe83-4dbe-8475-159cec80e33c" providerId="ADAL" clId="{F222F23E-C05C-41A5-8737-0FB73E605679}" dt="2024-05-15T19:03:18.665" v="5604" actId="1076"/>
          <ac:picMkLst>
            <pc:docMk/>
            <pc:sldMk cId="3072760860" sldId="264"/>
            <ac:picMk id="25" creationId="{B70A60B8-4DB6-A7B0-80A8-E79A29AD818C}"/>
          </ac:picMkLst>
        </pc:picChg>
        <pc:picChg chg="add mod">
          <ac:chgData name="Đinh Trần Thảo Phương" userId="21b2fe43-fe83-4dbe-8475-159cec80e33c" providerId="ADAL" clId="{F222F23E-C05C-41A5-8737-0FB73E605679}" dt="2024-05-15T19:02:42.161" v="5599" actId="1076"/>
          <ac:picMkLst>
            <pc:docMk/>
            <pc:sldMk cId="3072760860" sldId="264"/>
            <ac:picMk id="26" creationId="{63712198-065E-5563-0FC7-CC2B47B55B8B}"/>
          </ac:picMkLst>
        </pc:picChg>
        <pc:picChg chg="add mod">
          <ac:chgData name="Đinh Trần Thảo Phương" userId="21b2fe43-fe83-4dbe-8475-159cec80e33c" providerId="ADAL" clId="{F222F23E-C05C-41A5-8737-0FB73E605679}" dt="2024-05-15T19:02:33.097" v="5598" actId="1076"/>
          <ac:picMkLst>
            <pc:docMk/>
            <pc:sldMk cId="3072760860" sldId="264"/>
            <ac:picMk id="27" creationId="{638C4998-944B-A711-F101-2F006B6492B5}"/>
          </ac:picMkLst>
        </pc:picChg>
        <pc:picChg chg="add mod">
          <ac:chgData name="Đinh Trần Thảo Phương" userId="21b2fe43-fe83-4dbe-8475-159cec80e33c" providerId="ADAL" clId="{F222F23E-C05C-41A5-8737-0FB73E605679}" dt="2024-05-15T19:02:24.072" v="5596" actId="1076"/>
          <ac:picMkLst>
            <pc:docMk/>
            <pc:sldMk cId="3072760860" sldId="264"/>
            <ac:picMk id="28" creationId="{062DD2E6-B163-EF97-EC75-3D73BAC463DA}"/>
          </ac:picMkLst>
        </pc:picChg>
        <pc:picChg chg="add mod">
          <ac:chgData name="Đinh Trần Thảo Phương" userId="21b2fe43-fe83-4dbe-8475-159cec80e33c" providerId="ADAL" clId="{F222F23E-C05C-41A5-8737-0FB73E605679}" dt="2024-05-15T19:02:27.950" v="5597" actId="1076"/>
          <ac:picMkLst>
            <pc:docMk/>
            <pc:sldMk cId="3072760860" sldId="264"/>
            <ac:picMk id="29" creationId="{C9943332-CDA7-C1F0-4E93-B8F8CEF5FE33}"/>
          </ac:picMkLst>
        </pc:picChg>
      </pc:sldChg>
      <pc:sldChg chg="addSp delSp modSp add mod ord delAnim modAnim">
        <pc:chgData name="Đinh Trần Thảo Phương" userId="21b2fe43-fe83-4dbe-8475-159cec80e33c" providerId="ADAL" clId="{F222F23E-C05C-41A5-8737-0FB73E605679}" dt="2024-05-15T19:13:07.543" v="5806"/>
        <pc:sldMkLst>
          <pc:docMk/>
          <pc:sldMk cId="1119342140" sldId="265"/>
        </pc:sldMkLst>
        <pc:spChg chg="add mod">
          <ac:chgData name="Đinh Trần Thảo Phương" userId="21b2fe43-fe83-4dbe-8475-159cec80e33c" providerId="ADAL" clId="{F222F23E-C05C-41A5-8737-0FB73E605679}" dt="2024-05-15T17:55:23.396" v="2995" actId="1035"/>
          <ac:spMkLst>
            <pc:docMk/>
            <pc:sldMk cId="1119342140" sldId="265"/>
            <ac:spMk id="3" creationId="{D92CEF3C-3780-33FA-C321-2EE6E973755F}"/>
          </ac:spMkLst>
        </pc:spChg>
        <pc:spChg chg="add mod">
          <ac:chgData name="Đinh Trần Thảo Phương" userId="21b2fe43-fe83-4dbe-8475-159cec80e33c" providerId="ADAL" clId="{F222F23E-C05C-41A5-8737-0FB73E605679}" dt="2024-05-15T17:55:23.396" v="2995" actId="1035"/>
          <ac:spMkLst>
            <pc:docMk/>
            <pc:sldMk cId="1119342140" sldId="265"/>
            <ac:spMk id="6" creationId="{B482E856-6AFF-0F60-90D9-BB31212B8E50}"/>
          </ac:spMkLst>
        </pc:spChg>
        <pc:spChg chg="add del mod">
          <ac:chgData name="Đinh Trần Thảo Phương" userId="21b2fe43-fe83-4dbe-8475-159cec80e33c" providerId="ADAL" clId="{F222F23E-C05C-41A5-8737-0FB73E605679}" dt="2024-05-15T18:47:09.129" v="5044" actId="478"/>
          <ac:spMkLst>
            <pc:docMk/>
            <pc:sldMk cId="1119342140" sldId="265"/>
            <ac:spMk id="7" creationId="{68C4F1C6-67D3-DECC-BC69-D9DEC54047FE}"/>
          </ac:spMkLst>
        </pc:spChg>
        <pc:spChg chg="add del mod">
          <ac:chgData name="Đinh Trần Thảo Phương" userId="21b2fe43-fe83-4dbe-8475-159cec80e33c" providerId="ADAL" clId="{F222F23E-C05C-41A5-8737-0FB73E605679}" dt="2024-05-15T18:47:09.129" v="5044" actId="478"/>
          <ac:spMkLst>
            <pc:docMk/>
            <pc:sldMk cId="1119342140" sldId="265"/>
            <ac:spMk id="8" creationId="{A4A7D5C2-CFA3-30E3-AE77-2277EC9E97CA}"/>
          </ac:spMkLst>
        </pc:spChg>
        <pc:spChg chg="add del mod">
          <ac:chgData name="Đinh Trần Thảo Phương" userId="21b2fe43-fe83-4dbe-8475-159cec80e33c" providerId="ADAL" clId="{F222F23E-C05C-41A5-8737-0FB73E605679}" dt="2024-05-15T18:47:09.129" v="5044" actId="478"/>
          <ac:spMkLst>
            <pc:docMk/>
            <pc:sldMk cId="1119342140" sldId="265"/>
            <ac:spMk id="9" creationId="{59925C5C-3728-457C-8261-C62DF36FA83E}"/>
          </ac:spMkLst>
        </pc:spChg>
        <pc:spChg chg="add mod modVis">
          <ac:chgData name="Đinh Trần Thảo Phương" userId="21b2fe43-fe83-4dbe-8475-159cec80e33c" providerId="ADAL" clId="{F222F23E-C05C-41A5-8737-0FB73E605679}" dt="2024-05-15T19:04:33.058" v="5622" actId="1076"/>
          <ac:spMkLst>
            <pc:docMk/>
            <pc:sldMk cId="1119342140" sldId="265"/>
            <ac:spMk id="14" creationId="{47680542-49BA-B0CB-8C6F-0431C0B2221E}"/>
          </ac:spMkLst>
        </pc:spChg>
        <pc:spChg chg="add mod">
          <ac:chgData name="Đinh Trần Thảo Phương" userId="21b2fe43-fe83-4dbe-8475-159cec80e33c" providerId="ADAL" clId="{F222F23E-C05C-41A5-8737-0FB73E605679}" dt="2024-05-15T18:13:51.700" v="3517" actId="1038"/>
          <ac:spMkLst>
            <pc:docMk/>
            <pc:sldMk cId="1119342140" sldId="265"/>
            <ac:spMk id="15" creationId="{5551F38E-0C2C-60F4-34E7-2D901E8B4833}"/>
          </ac:spMkLst>
        </pc:spChg>
        <pc:spChg chg="add mod">
          <ac:chgData name="Đinh Trần Thảo Phương" userId="21b2fe43-fe83-4dbe-8475-159cec80e33c" providerId="ADAL" clId="{F222F23E-C05C-41A5-8737-0FB73E605679}" dt="2024-05-15T18:13:51.700" v="3517" actId="1038"/>
          <ac:spMkLst>
            <pc:docMk/>
            <pc:sldMk cId="1119342140" sldId="265"/>
            <ac:spMk id="16" creationId="{525A520F-917C-562E-F59F-B6F68260E8A6}"/>
          </ac:spMkLst>
        </pc:spChg>
        <pc:spChg chg="add mod">
          <ac:chgData name="Đinh Trần Thảo Phương" userId="21b2fe43-fe83-4dbe-8475-159cec80e33c" providerId="ADAL" clId="{F222F23E-C05C-41A5-8737-0FB73E605679}" dt="2024-05-15T18:51:38.778" v="5197" actId="14100"/>
          <ac:spMkLst>
            <pc:docMk/>
            <pc:sldMk cId="1119342140" sldId="265"/>
            <ac:spMk id="17" creationId="{C0E97937-CF62-E06B-5B81-E9CD0F5EED17}"/>
          </ac:spMkLst>
        </pc:spChg>
        <pc:spChg chg="add mod ord">
          <ac:chgData name="Đinh Trần Thảo Phương" userId="21b2fe43-fe83-4dbe-8475-159cec80e33c" providerId="ADAL" clId="{F222F23E-C05C-41A5-8737-0FB73E605679}" dt="2024-05-15T18:11:23.807" v="3310" actId="13244"/>
          <ac:spMkLst>
            <pc:docMk/>
            <pc:sldMk cId="1119342140" sldId="265"/>
            <ac:spMk id="18" creationId="{541059BF-C13E-B40E-AFC6-689C61E6AEF4}"/>
          </ac:spMkLst>
        </pc:spChg>
        <pc:spChg chg="add mod">
          <ac:chgData name="Đinh Trần Thảo Phương" userId="21b2fe43-fe83-4dbe-8475-159cec80e33c" providerId="ADAL" clId="{F222F23E-C05C-41A5-8737-0FB73E605679}" dt="2024-05-15T18:47:15.237" v="5111" actId="1035"/>
          <ac:spMkLst>
            <pc:docMk/>
            <pc:sldMk cId="1119342140" sldId="265"/>
            <ac:spMk id="19" creationId="{D6E1F927-F049-606D-E7E0-4DBF46EB1BAD}"/>
          </ac:spMkLst>
        </pc:spChg>
        <pc:spChg chg="add mod">
          <ac:chgData name="Đinh Trần Thảo Phương" userId="21b2fe43-fe83-4dbe-8475-159cec80e33c" providerId="ADAL" clId="{F222F23E-C05C-41A5-8737-0FB73E605679}" dt="2024-05-15T18:47:15.237" v="5111" actId="1035"/>
          <ac:spMkLst>
            <pc:docMk/>
            <pc:sldMk cId="1119342140" sldId="265"/>
            <ac:spMk id="20" creationId="{F94C0F65-B395-7DC1-005F-88C9F58B227A}"/>
          </ac:spMkLst>
        </pc:spChg>
        <pc:spChg chg="add mod">
          <ac:chgData name="Đinh Trần Thảo Phương" userId="21b2fe43-fe83-4dbe-8475-159cec80e33c" providerId="ADAL" clId="{F222F23E-C05C-41A5-8737-0FB73E605679}" dt="2024-05-15T18:47:57.289" v="5112" actId="6549"/>
          <ac:spMkLst>
            <pc:docMk/>
            <pc:sldMk cId="1119342140" sldId="265"/>
            <ac:spMk id="21" creationId="{8931CF62-B302-207B-9246-282EF08396D4}"/>
          </ac:spMkLst>
        </pc:spChg>
        <pc:graphicFrameChg chg="add del modGraphic">
          <ac:chgData name="Đinh Trần Thảo Phương" userId="21b2fe43-fe83-4dbe-8475-159cec80e33c" providerId="ADAL" clId="{F222F23E-C05C-41A5-8737-0FB73E605679}" dt="2024-05-15T17:56:18.937" v="3015" actId="478"/>
          <ac:graphicFrameMkLst>
            <pc:docMk/>
            <pc:sldMk cId="1119342140" sldId="265"/>
            <ac:graphicFrameMk id="11" creationId="{AA1474B9-C231-5422-46EB-6615DBE8FA3D}"/>
          </ac:graphicFrameMkLst>
        </pc:graphicFrameChg>
        <pc:graphicFrameChg chg="add del mod modGraphic">
          <ac:chgData name="Đinh Trần Thảo Phương" userId="21b2fe43-fe83-4dbe-8475-159cec80e33c" providerId="ADAL" clId="{F222F23E-C05C-41A5-8737-0FB73E605679}" dt="2024-05-15T18:10:28.248" v="3285" actId="478"/>
          <ac:graphicFrameMkLst>
            <pc:docMk/>
            <pc:sldMk cId="1119342140" sldId="265"/>
            <ac:graphicFrameMk id="13" creationId="{08A6B071-3CB3-EFB1-555E-17DF12A05F64}"/>
          </ac:graphicFrameMkLst>
        </pc:graphicFrameChg>
        <pc:picChg chg="add del mod">
          <ac:chgData name="Đinh Trần Thảo Phương" userId="21b2fe43-fe83-4dbe-8475-159cec80e33c" providerId="ADAL" clId="{F222F23E-C05C-41A5-8737-0FB73E605679}" dt="2024-05-15T17:55:28.401" v="2996" actId="478"/>
          <ac:picMkLst>
            <pc:docMk/>
            <pc:sldMk cId="1119342140" sldId="265"/>
            <ac:picMk id="2" creationId="{F31A427A-44FF-6AA5-517A-5833D8627D21}"/>
          </ac:picMkLst>
        </pc:picChg>
        <pc:picChg chg="add mod">
          <ac:chgData name="Đinh Trần Thảo Phương" userId="21b2fe43-fe83-4dbe-8475-159cec80e33c" providerId="ADAL" clId="{F222F23E-C05C-41A5-8737-0FB73E605679}" dt="2024-05-15T17:55:41.631" v="3013" actId="1035"/>
          <ac:picMkLst>
            <pc:docMk/>
            <pc:sldMk cId="1119342140" sldId="265"/>
            <ac:picMk id="5" creationId="{06AF2C0D-20AE-1682-251A-9ABCF56E55A0}"/>
          </ac:picMkLst>
        </pc:picChg>
        <pc:picChg chg="add mod">
          <ac:chgData name="Đinh Trần Thảo Phương" userId="21b2fe43-fe83-4dbe-8475-159cec80e33c" providerId="ADAL" clId="{F222F23E-C05C-41A5-8737-0FB73E605679}" dt="2024-05-15T19:04:51.785" v="5708" actId="208"/>
          <ac:picMkLst>
            <pc:docMk/>
            <pc:sldMk cId="1119342140" sldId="265"/>
            <ac:picMk id="22" creationId="{9F1A5AA1-753E-CF9C-6FD9-9D93B133F2C5}"/>
          </ac:picMkLst>
        </pc:picChg>
        <pc:picChg chg="add mod">
          <ac:chgData name="Đinh Trần Thảo Phương" userId="21b2fe43-fe83-4dbe-8475-159cec80e33c" providerId="ADAL" clId="{F222F23E-C05C-41A5-8737-0FB73E605679}" dt="2024-05-15T19:04:51.785" v="5708" actId="208"/>
          <ac:picMkLst>
            <pc:docMk/>
            <pc:sldMk cId="1119342140" sldId="265"/>
            <ac:picMk id="23" creationId="{4CF86584-75F8-A8F7-189D-E68CA6C15CFF}"/>
          </ac:picMkLst>
        </pc:picChg>
        <pc:picChg chg="add mod">
          <ac:chgData name="Đinh Trần Thảo Phương" userId="21b2fe43-fe83-4dbe-8475-159cec80e33c" providerId="ADAL" clId="{F222F23E-C05C-41A5-8737-0FB73E605679}" dt="2024-05-15T19:04:51.785" v="5708" actId="208"/>
          <ac:picMkLst>
            <pc:docMk/>
            <pc:sldMk cId="1119342140" sldId="265"/>
            <ac:picMk id="24" creationId="{956930FD-A8E7-9FF6-E7C2-4F6928E2CC47}"/>
          </ac:picMkLst>
        </pc:picChg>
        <pc:picChg chg="add mod">
          <ac:chgData name="Đinh Trần Thảo Phương" userId="21b2fe43-fe83-4dbe-8475-159cec80e33c" providerId="ADAL" clId="{F222F23E-C05C-41A5-8737-0FB73E605679}" dt="2024-05-15T19:04:51.785" v="5708" actId="208"/>
          <ac:picMkLst>
            <pc:docMk/>
            <pc:sldMk cId="1119342140" sldId="265"/>
            <ac:picMk id="25" creationId="{2A51F980-9093-2703-C56A-7141E396FB2C}"/>
          </ac:picMkLst>
        </pc:picChg>
        <pc:picChg chg="add mod">
          <ac:chgData name="Đinh Trần Thảo Phương" userId="21b2fe43-fe83-4dbe-8475-159cec80e33c" providerId="ADAL" clId="{F222F23E-C05C-41A5-8737-0FB73E605679}" dt="2024-05-15T19:04:51.785" v="5708" actId="208"/>
          <ac:picMkLst>
            <pc:docMk/>
            <pc:sldMk cId="1119342140" sldId="265"/>
            <ac:picMk id="26" creationId="{F18A0F1B-B6CE-6837-F55F-B9AF39AEF7E5}"/>
          </ac:picMkLst>
        </pc:picChg>
      </pc:sldChg>
      <pc:sldChg chg="add mod modShow">
        <pc:chgData name="Đinh Trần Thảo Phương" userId="21b2fe43-fe83-4dbe-8475-159cec80e33c" providerId="ADAL" clId="{F222F23E-C05C-41A5-8737-0FB73E605679}" dt="2024-05-15T18:09:39.771" v="3282" actId="729"/>
        <pc:sldMkLst>
          <pc:docMk/>
          <pc:sldMk cId="1691177546" sldId="266"/>
        </pc:sldMkLst>
      </pc:sldChg>
      <pc:sldChg chg="addSp delSp modSp add mod ord modShow">
        <pc:chgData name="Đinh Trần Thảo Phương" userId="21b2fe43-fe83-4dbe-8475-159cec80e33c" providerId="ADAL" clId="{F222F23E-C05C-41A5-8737-0FB73E605679}" dt="2024-05-15T19:14:25.173" v="5807" actId="729"/>
        <pc:sldMkLst>
          <pc:docMk/>
          <pc:sldMk cId="1777920325" sldId="267"/>
        </pc:sldMkLst>
        <pc:spChg chg="add del mod">
          <ac:chgData name="Đinh Trần Thảo Phương" userId="21b2fe43-fe83-4dbe-8475-159cec80e33c" providerId="ADAL" clId="{F222F23E-C05C-41A5-8737-0FB73E605679}" dt="2024-05-15T18:51:51.332" v="5198" actId="478"/>
          <ac:spMkLst>
            <pc:docMk/>
            <pc:sldMk cId="1777920325" sldId="267"/>
            <ac:spMk id="2" creationId="{EBEA86CC-7A6B-4109-A390-D7B0117D4D49}"/>
          </ac:spMkLst>
        </pc:spChg>
        <pc:spChg chg="add del mod">
          <ac:chgData name="Đinh Trần Thảo Phương" userId="21b2fe43-fe83-4dbe-8475-159cec80e33c" providerId="ADAL" clId="{F222F23E-C05C-41A5-8737-0FB73E605679}" dt="2024-05-15T18:05:25.424" v="3256" actId="478"/>
          <ac:spMkLst>
            <pc:docMk/>
            <pc:sldMk cId="1777920325" sldId="267"/>
            <ac:spMk id="3" creationId="{C606410C-9F57-71FB-F924-BCE8A0FA606A}"/>
          </ac:spMkLst>
        </pc:spChg>
        <pc:spChg chg="add del">
          <ac:chgData name="Đinh Trần Thảo Phương" userId="21b2fe43-fe83-4dbe-8475-159cec80e33c" providerId="ADAL" clId="{F222F23E-C05C-41A5-8737-0FB73E605679}" dt="2024-05-15T18:10:11.048" v="3284" actId="478"/>
          <ac:spMkLst>
            <pc:docMk/>
            <pc:sldMk cId="1777920325" sldId="267"/>
            <ac:spMk id="9" creationId="{E2774BC4-69A0-F778-6F21-2DD1EE285703}"/>
          </ac:spMkLst>
        </pc:spChg>
        <pc:graphicFrameChg chg="add del mod modGraphic">
          <ac:chgData name="Đinh Trần Thảo Phương" userId="21b2fe43-fe83-4dbe-8475-159cec80e33c" providerId="ADAL" clId="{F222F23E-C05C-41A5-8737-0FB73E605679}" dt="2024-05-15T18:07:19.453" v="3273" actId="478"/>
          <ac:graphicFrameMkLst>
            <pc:docMk/>
            <pc:sldMk cId="1777920325" sldId="267"/>
            <ac:graphicFrameMk id="6" creationId="{C16159B9-A359-1359-36F6-2EBE6C0E00A7}"/>
          </ac:graphicFrameMkLst>
        </pc:graphicFrameChg>
        <pc:graphicFrameChg chg="add del modGraphic">
          <ac:chgData name="Đinh Trần Thảo Phương" userId="21b2fe43-fe83-4dbe-8475-159cec80e33c" providerId="ADAL" clId="{F222F23E-C05C-41A5-8737-0FB73E605679}" dt="2024-05-15T18:07:11.355" v="3266" actId="27309"/>
          <ac:graphicFrameMkLst>
            <pc:docMk/>
            <pc:sldMk cId="1777920325" sldId="267"/>
            <ac:graphicFrameMk id="8" creationId="{34BC8EF1-26A0-A746-AB1D-5EAF443F77A2}"/>
          </ac:graphicFrameMkLst>
        </pc:graphicFrameChg>
        <pc:picChg chg="mod">
          <ac:chgData name="Đinh Trần Thảo Phương" userId="21b2fe43-fe83-4dbe-8475-159cec80e33c" providerId="ADAL" clId="{F222F23E-C05C-41A5-8737-0FB73E605679}" dt="2024-05-15T18:36:44.835" v="4903"/>
          <ac:picMkLst>
            <pc:docMk/>
            <pc:sldMk cId="1777920325" sldId="267"/>
            <ac:picMk id="4" creationId="{C6A38BDA-BF55-D77D-D8BD-3EC375E7B7AD}"/>
          </ac:picMkLst>
        </pc:picChg>
      </pc:sldChg>
      <pc:sldChg chg="addSp delSp modSp new mod ord modAnim">
        <pc:chgData name="Đinh Trần Thảo Phương" userId="21b2fe43-fe83-4dbe-8475-159cec80e33c" providerId="ADAL" clId="{F222F23E-C05C-41A5-8737-0FB73E605679}" dt="2024-05-15T19:05:01.616" v="5739" actId="1036"/>
        <pc:sldMkLst>
          <pc:docMk/>
          <pc:sldMk cId="2584139160" sldId="268"/>
        </pc:sldMkLst>
        <pc:spChg chg="add mod">
          <ac:chgData name="Đinh Trần Thảo Phương" userId="21b2fe43-fe83-4dbe-8475-159cec80e33c" providerId="ADAL" clId="{F222F23E-C05C-41A5-8737-0FB73E605679}" dt="2024-05-15T18:45:55.493" v="5041" actId="1076"/>
          <ac:spMkLst>
            <pc:docMk/>
            <pc:sldMk cId="2584139160" sldId="268"/>
            <ac:spMk id="2" creationId="{17D90CAD-C36D-206F-458C-E0ED7A484C51}"/>
          </ac:spMkLst>
        </pc:spChg>
        <pc:spChg chg="del">
          <ac:chgData name="Đinh Trần Thảo Phương" userId="21b2fe43-fe83-4dbe-8475-159cec80e33c" providerId="ADAL" clId="{F222F23E-C05C-41A5-8737-0FB73E605679}" dt="2024-05-15T18:17:06.886" v="3670" actId="478"/>
          <ac:spMkLst>
            <pc:docMk/>
            <pc:sldMk cId="2584139160" sldId="268"/>
            <ac:spMk id="2" creationId="{A6D971CB-AAE1-432E-1432-C1787925B2C7}"/>
          </ac:spMkLst>
        </pc:spChg>
        <pc:spChg chg="del">
          <ac:chgData name="Đinh Trần Thảo Phương" userId="21b2fe43-fe83-4dbe-8475-159cec80e33c" providerId="ADAL" clId="{F222F23E-C05C-41A5-8737-0FB73E605679}" dt="2024-05-15T18:17:06.886" v="3670" actId="478"/>
          <ac:spMkLst>
            <pc:docMk/>
            <pc:sldMk cId="2584139160" sldId="268"/>
            <ac:spMk id="3" creationId="{485C5858-D39F-7D9D-F46B-33B9A9C700F3}"/>
          </ac:spMkLst>
        </pc:spChg>
        <pc:spChg chg="add mod">
          <ac:chgData name="Đinh Trần Thảo Phương" userId="21b2fe43-fe83-4dbe-8475-159cec80e33c" providerId="ADAL" clId="{F222F23E-C05C-41A5-8737-0FB73E605679}" dt="2024-05-15T18:44:10.104" v="4974" actId="692"/>
          <ac:spMkLst>
            <pc:docMk/>
            <pc:sldMk cId="2584139160" sldId="268"/>
            <ac:spMk id="4" creationId="{AA6F0632-FAE0-C9AB-9EC9-4D704676B6F7}"/>
          </ac:spMkLst>
        </pc:spChg>
        <pc:spChg chg="add mod">
          <ac:chgData name="Đinh Trần Thảo Phương" userId="21b2fe43-fe83-4dbe-8475-159cec80e33c" providerId="ADAL" clId="{F222F23E-C05C-41A5-8737-0FB73E605679}" dt="2024-05-15T18:44:10.104" v="4974" actId="692"/>
          <ac:spMkLst>
            <pc:docMk/>
            <pc:sldMk cId="2584139160" sldId="268"/>
            <ac:spMk id="5" creationId="{374BE02D-8B37-79AA-B4FF-2262CA569DDF}"/>
          </ac:spMkLst>
        </pc:spChg>
        <pc:spChg chg="add mod">
          <ac:chgData name="Đinh Trần Thảo Phương" userId="21b2fe43-fe83-4dbe-8475-159cec80e33c" providerId="ADAL" clId="{F222F23E-C05C-41A5-8737-0FB73E605679}" dt="2024-05-15T18:44:10.104" v="4974" actId="692"/>
          <ac:spMkLst>
            <pc:docMk/>
            <pc:sldMk cId="2584139160" sldId="268"/>
            <ac:spMk id="6" creationId="{F86121DA-394B-AF4E-BFB2-A23C93420AB3}"/>
          </ac:spMkLst>
        </pc:spChg>
        <pc:spChg chg="add mod">
          <ac:chgData name="Đinh Trần Thảo Phương" userId="21b2fe43-fe83-4dbe-8475-159cec80e33c" providerId="ADAL" clId="{F222F23E-C05C-41A5-8737-0FB73E605679}" dt="2024-05-15T18:44:10.104" v="4974" actId="692"/>
          <ac:spMkLst>
            <pc:docMk/>
            <pc:sldMk cId="2584139160" sldId="268"/>
            <ac:spMk id="7" creationId="{0B267F80-15BE-F6CA-FD60-87CC023578E1}"/>
          </ac:spMkLst>
        </pc:spChg>
        <pc:spChg chg="add mod">
          <ac:chgData name="Đinh Trần Thảo Phương" userId="21b2fe43-fe83-4dbe-8475-159cec80e33c" providerId="ADAL" clId="{F222F23E-C05C-41A5-8737-0FB73E605679}" dt="2024-05-15T18:44:10.104" v="4974" actId="692"/>
          <ac:spMkLst>
            <pc:docMk/>
            <pc:sldMk cId="2584139160" sldId="268"/>
            <ac:spMk id="8" creationId="{8004522C-B468-AB96-B2BE-EF08B03EEA05}"/>
          </ac:spMkLst>
        </pc:spChg>
        <pc:spChg chg="add mod">
          <ac:chgData name="Đinh Trần Thảo Phương" userId="21b2fe43-fe83-4dbe-8475-159cec80e33c" providerId="ADAL" clId="{F222F23E-C05C-41A5-8737-0FB73E605679}" dt="2024-05-15T18:44:10.104" v="4974" actId="692"/>
          <ac:spMkLst>
            <pc:docMk/>
            <pc:sldMk cId="2584139160" sldId="268"/>
            <ac:spMk id="9" creationId="{B4D2DEE7-7A9E-B6BA-A663-ACC3EAE96C86}"/>
          </ac:spMkLst>
        </pc:spChg>
        <pc:spChg chg="add mod">
          <ac:chgData name="Đinh Trần Thảo Phương" userId="21b2fe43-fe83-4dbe-8475-159cec80e33c" providerId="ADAL" clId="{F222F23E-C05C-41A5-8737-0FB73E605679}" dt="2024-05-15T18:45:19.999" v="4979" actId="1582"/>
          <ac:spMkLst>
            <pc:docMk/>
            <pc:sldMk cId="2584139160" sldId="268"/>
            <ac:spMk id="10" creationId="{46B86E37-34B8-0AB6-5790-D7ED7999E42B}"/>
          </ac:spMkLst>
        </pc:spChg>
        <pc:spChg chg="add mod">
          <ac:chgData name="Đinh Trần Thảo Phương" userId="21b2fe43-fe83-4dbe-8475-159cec80e33c" providerId="ADAL" clId="{F222F23E-C05C-41A5-8737-0FB73E605679}" dt="2024-05-15T18:45:19.999" v="4979" actId="1582"/>
          <ac:spMkLst>
            <pc:docMk/>
            <pc:sldMk cId="2584139160" sldId="268"/>
            <ac:spMk id="11" creationId="{3F3432EB-C448-17CA-0436-98DEB919E9C0}"/>
          </ac:spMkLst>
        </pc:spChg>
        <pc:spChg chg="add mod">
          <ac:chgData name="Đinh Trần Thảo Phương" userId="21b2fe43-fe83-4dbe-8475-159cec80e33c" providerId="ADAL" clId="{F222F23E-C05C-41A5-8737-0FB73E605679}" dt="2024-05-15T18:45:19.999" v="4979" actId="1582"/>
          <ac:spMkLst>
            <pc:docMk/>
            <pc:sldMk cId="2584139160" sldId="268"/>
            <ac:spMk id="12" creationId="{85F82FA6-1661-AECF-C38D-0D8214031BFB}"/>
          </ac:spMkLst>
        </pc:spChg>
        <pc:spChg chg="add mod">
          <ac:chgData name="Đinh Trần Thảo Phương" userId="21b2fe43-fe83-4dbe-8475-159cec80e33c" providerId="ADAL" clId="{F222F23E-C05C-41A5-8737-0FB73E605679}" dt="2024-05-15T18:45:19.999" v="4979" actId="1582"/>
          <ac:spMkLst>
            <pc:docMk/>
            <pc:sldMk cId="2584139160" sldId="268"/>
            <ac:spMk id="13" creationId="{BB7E3940-7503-62EF-D004-FC24B5953DFF}"/>
          </ac:spMkLst>
        </pc:spChg>
        <pc:spChg chg="add mod">
          <ac:chgData name="Đinh Trần Thảo Phương" userId="21b2fe43-fe83-4dbe-8475-159cec80e33c" providerId="ADAL" clId="{F222F23E-C05C-41A5-8737-0FB73E605679}" dt="2024-05-15T18:45:19.999" v="4979" actId="1582"/>
          <ac:spMkLst>
            <pc:docMk/>
            <pc:sldMk cId="2584139160" sldId="268"/>
            <ac:spMk id="14" creationId="{F326D404-F207-7123-E56C-2F81300B3607}"/>
          </ac:spMkLst>
        </pc:spChg>
        <pc:spChg chg="add mod">
          <ac:chgData name="Đinh Trần Thảo Phương" userId="21b2fe43-fe83-4dbe-8475-159cec80e33c" providerId="ADAL" clId="{F222F23E-C05C-41A5-8737-0FB73E605679}" dt="2024-05-15T18:45:19.999" v="4979" actId="1582"/>
          <ac:spMkLst>
            <pc:docMk/>
            <pc:sldMk cId="2584139160" sldId="268"/>
            <ac:spMk id="15" creationId="{2108C9F2-5163-2134-567F-9982135A7C2E}"/>
          </ac:spMkLst>
        </pc:spChg>
        <pc:spChg chg="add mod">
          <ac:chgData name="Đinh Trần Thảo Phương" userId="21b2fe43-fe83-4dbe-8475-159cec80e33c" providerId="ADAL" clId="{F222F23E-C05C-41A5-8737-0FB73E605679}" dt="2024-05-15T18:43:11.350" v="4970" actId="2711"/>
          <ac:spMkLst>
            <pc:docMk/>
            <pc:sldMk cId="2584139160" sldId="268"/>
            <ac:spMk id="16" creationId="{C4BA64C8-63AC-5BA4-15C6-ACE4369827E2}"/>
          </ac:spMkLst>
        </pc:spChg>
        <pc:spChg chg="add mod">
          <ac:chgData name="Đinh Trần Thảo Phương" userId="21b2fe43-fe83-4dbe-8475-159cec80e33c" providerId="ADAL" clId="{F222F23E-C05C-41A5-8737-0FB73E605679}" dt="2024-05-15T18:43:11.350" v="4970" actId="2711"/>
          <ac:spMkLst>
            <pc:docMk/>
            <pc:sldMk cId="2584139160" sldId="268"/>
            <ac:spMk id="17" creationId="{0D424ED4-1498-9E4B-5D0D-4136703F762E}"/>
          </ac:spMkLst>
        </pc:spChg>
        <pc:spChg chg="add mod">
          <ac:chgData name="Đinh Trần Thảo Phương" userId="21b2fe43-fe83-4dbe-8475-159cec80e33c" providerId="ADAL" clId="{F222F23E-C05C-41A5-8737-0FB73E605679}" dt="2024-05-15T18:43:11.350" v="4970" actId="2711"/>
          <ac:spMkLst>
            <pc:docMk/>
            <pc:sldMk cId="2584139160" sldId="268"/>
            <ac:spMk id="18" creationId="{BF2256D0-3A71-DE72-6C28-2C0D22394EEF}"/>
          </ac:spMkLst>
        </pc:spChg>
        <pc:spChg chg="add mod">
          <ac:chgData name="Đinh Trần Thảo Phương" userId="21b2fe43-fe83-4dbe-8475-159cec80e33c" providerId="ADAL" clId="{F222F23E-C05C-41A5-8737-0FB73E605679}" dt="2024-05-15T18:43:11.350" v="4970" actId="2711"/>
          <ac:spMkLst>
            <pc:docMk/>
            <pc:sldMk cId="2584139160" sldId="268"/>
            <ac:spMk id="19" creationId="{A24AB7A4-2C1D-A993-C4A2-C0F04DF4508C}"/>
          </ac:spMkLst>
        </pc:spChg>
        <pc:spChg chg="add mod">
          <ac:chgData name="Đinh Trần Thảo Phương" userId="21b2fe43-fe83-4dbe-8475-159cec80e33c" providerId="ADAL" clId="{F222F23E-C05C-41A5-8737-0FB73E605679}" dt="2024-05-15T18:38:31.777" v="4924" actId="208"/>
          <ac:spMkLst>
            <pc:docMk/>
            <pc:sldMk cId="2584139160" sldId="268"/>
            <ac:spMk id="20" creationId="{A4D65C24-FA28-FB55-9BF9-4126C92DBA24}"/>
          </ac:spMkLst>
        </pc:spChg>
        <pc:spChg chg="add mod">
          <ac:chgData name="Đinh Trần Thảo Phương" userId="21b2fe43-fe83-4dbe-8475-159cec80e33c" providerId="ADAL" clId="{F222F23E-C05C-41A5-8737-0FB73E605679}" dt="2024-05-15T18:37:19.093" v="4911" actId="207"/>
          <ac:spMkLst>
            <pc:docMk/>
            <pc:sldMk cId="2584139160" sldId="268"/>
            <ac:spMk id="21" creationId="{DF9EBF2B-4362-CD83-68AD-8A17A6BA6ADF}"/>
          </ac:spMkLst>
        </pc:spChg>
        <pc:spChg chg="add mod">
          <ac:chgData name="Đinh Trần Thảo Phương" userId="21b2fe43-fe83-4dbe-8475-159cec80e33c" providerId="ADAL" clId="{F222F23E-C05C-41A5-8737-0FB73E605679}" dt="2024-05-15T18:38:27.807" v="4923" actId="208"/>
          <ac:spMkLst>
            <pc:docMk/>
            <pc:sldMk cId="2584139160" sldId="268"/>
            <ac:spMk id="22" creationId="{D9B9846F-B80B-51F7-D7A6-490A98267009}"/>
          </ac:spMkLst>
        </pc:spChg>
        <pc:spChg chg="add mod">
          <ac:chgData name="Đinh Trần Thảo Phương" userId="21b2fe43-fe83-4dbe-8475-159cec80e33c" providerId="ADAL" clId="{F222F23E-C05C-41A5-8737-0FB73E605679}" dt="2024-05-15T18:37:19.093" v="4911" actId="207"/>
          <ac:spMkLst>
            <pc:docMk/>
            <pc:sldMk cId="2584139160" sldId="268"/>
            <ac:spMk id="23" creationId="{D01A40A8-C545-95AF-6D97-78337428E3FD}"/>
          </ac:spMkLst>
        </pc:spChg>
        <pc:spChg chg="add mod">
          <ac:chgData name="Đinh Trần Thảo Phương" userId="21b2fe43-fe83-4dbe-8475-159cec80e33c" providerId="ADAL" clId="{F222F23E-C05C-41A5-8737-0FB73E605679}" dt="2024-05-15T18:43:22.101" v="4972" actId="2711"/>
          <ac:spMkLst>
            <pc:docMk/>
            <pc:sldMk cId="2584139160" sldId="268"/>
            <ac:spMk id="24" creationId="{073EC002-1B93-7D1D-C5A1-530783F491D1}"/>
          </ac:spMkLst>
        </pc:spChg>
        <pc:spChg chg="add mod">
          <ac:chgData name="Đinh Trần Thảo Phương" userId="21b2fe43-fe83-4dbe-8475-159cec80e33c" providerId="ADAL" clId="{F222F23E-C05C-41A5-8737-0FB73E605679}" dt="2024-05-15T18:43:22.101" v="4972" actId="2711"/>
          <ac:spMkLst>
            <pc:docMk/>
            <pc:sldMk cId="2584139160" sldId="268"/>
            <ac:spMk id="25" creationId="{251B56E1-74CB-E600-6AFD-1B491BADAAF4}"/>
          </ac:spMkLst>
        </pc:spChg>
        <pc:spChg chg="add mod">
          <ac:chgData name="Đinh Trần Thảo Phương" userId="21b2fe43-fe83-4dbe-8475-159cec80e33c" providerId="ADAL" clId="{F222F23E-C05C-41A5-8737-0FB73E605679}" dt="2024-05-15T18:43:22.101" v="4972" actId="2711"/>
          <ac:spMkLst>
            <pc:docMk/>
            <pc:sldMk cId="2584139160" sldId="268"/>
            <ac:spMk id="26" creationId="{8E8CB348-CE02-25C3-30A0-56C854C935F4}"/>
          </ac:spMkLst>
        </pc:spChg>
        <pc:spChg chg="add mod">
          <ac:chgData name="Đinh Trần Thảo Phương" userId="21b2fe43-fe83-4dbe-8475-159cec80e33c" providerId="ADAL" clId="{F222F23E-C05C-41A5-8737-0FB73E605679}" dt="2024-05-15T18:43:22.101" v="4972" actId="2711"/>
          <ac:spMkLst>
            <pc:docMk/>
            <pc:sldMk cId="2584139160" sldId="268"/>
            <ac:spMk id="27" creationId="{C8083A2F-2533-F450-859D-68A417813F8A}"/>
          </ac:spMkLst>
        </pc:spChg>
        <pc:spChg chg="add mod">
          <ac:chgData name="Đinh Trần Thảo Phương" userId="21b2fe43-fe83-4dbe-8475-159cec80e33c" providerId="ADAL" clId="{F222F23E-C05C-41A5-8737-0FB73E605679}" dt="2024-05-15T18:43:16.920" v="4971" actId="2711"/>
          <ac:spMkLst>
            <pc:docMk/>
            <pc:sldMk cId="2584139160" sldId="268"/>
            <ac:spMk id="28" creationId="{7BF54498-B6AC-3112-85E1-B03BAD002C2F}"/>
          </ac:spMkLst>
        </pc:spChg>
        <pc:spChg chg="add mod">
          <ac:chgData name="Đinh Trần Thảo Phương" userId="21b2fe43-fe83-4dbe-8475-159cec80e33c" providerId="ADAL" clId="{F222F23E-C05C-41A5-8737-0FB73E605679}" dt="2024-05-15T18:43:16.920" v="4971" actId="2711"/>
          <ac:spMkLst>
            <pc:docMk/>
            <pc:sldMk cId="2584139160" sldId="268"/>
            <ac:spMk id="29" creationId="{C792B204-C232-57B1-F740-E24B151CA3EC}"/>
          </ac:spMkLst>
        </pc:spChg>
        <pc:spChg chg="add mod">
          <ac:chgData name="Đinh Trần Thảo Phương" userId="21b2fe43-fe83-4dbe-8475-159cec80e33c" providerId="ADAL" clId="{F222F23E-C05C-41A5-8737-0FB73E605679}" dt="2024-05-15T18:43:16.920" v="4971" actId="2711"/>
          <ac:spMkLst>
            <pc:docMk/>
            <pc:sldMk cId="2584139160" sldId="268"/>
            <ac:spMk id="30" creationId="{48BC5EA0-B310-8AF1-6E24-D4F013299A80}"/>
          </ac:spMkLst>
        </pc:spChg>
        <pc:spChg chg="add mod">
          <ac:chgData name="Đinh Trần Thảo Phương" userId="21b2fe43-fe83-4dbe-8475-159cec80e33c" providerId="ADAL" clId="{F222F23E-C05C-41A5-8737-0FB73E605679}" dt="2024-05-15T18:43:16.920" v="4971" actId="2711"/>
          <ac:spMkLst>
            <pc:docMk/>
            <pc:sldMk cId="2584139160" sldId="268"/>
            <ac:spMk id="31" creationId="{FE64FCCD-7E0B-9701-DF32-D8A388472D93}"/>
          </ac:spMkLst>
        </pc:spChg>
        <pc:spChg chg="add mod">
          <ac:chgData name="Đinh Trần Thảo Phương" userId="21b2fe43-fe83-4dbe-8475-159cec80e33c" providerId="ADAL" clId="{F222F23E-C05C-41A5-8737-0FB73E605679}" dt="2024-05-15T18:43:16.920" v="4971" actId="2711"/>
          <ac:spMkLst>
            <pc:docMk/>
            <pc:sldMk cId="2584139160" sldId="268"/>
            <ac:spMk id="32" creationId="{8CCCE831-46E6-B45E-FE9D-8390129502D0}"/>
          </ac:spMkLst>
        </pc:spChg>
        <pc:spChg chg="add mod">
          <ac:chgData name="Đinh Trần Thảo Phương" userId="21b2fe43-fe83-4dbe-8475-159cec80e33c" providerId="ADAL" clId="{F222F23E-C05C-41A5-8737-0FB73E605679}" dt="2024-05-15T18:43:16.920" v="4971" actId="2711"/>
          <ac:spMkLst>
            <pc:docMk/>
            <pc:sldMk cId="2584139160" sldId="268"/>
            <ac:spMk id="33" creationId="{6948B67E-489A-B04C-A884-582433617C15}"/>
          </ac:spMkLst>
        </pc:spChg>
        <pc:grpChg chg="add mod">
          <ac:chgData name="Đinh Trần Thảo Phương" userId="21b2fe43-fe83-4dbe-8475-159cec80e33c" providerId="ADAL" clId="{F222F23E-C05C-41A5-8737-0FB73E605679}" dt="2024-05-15T18:36:01.792" v="4896" actId="1076"/>
          <ac:grpSpMkLst>
            <pc:docMk/>
            <pc:sldMk cId="2584139160" sldId="268"/>
            <ac:grpSpMk id="34" creationId="{F05C5C0A-E47D-5F16-209A-B96209F36BF7}"/>
          </ac:grpSpMkLst>
        </pc:grpChg>
        <pc:grpChg chg="add mod">
          <ac:chgData name="Đinh Trần Thảo Phương" userId="21b2fe43-fe83-4dbe-8475-159cec80e33c" providerId="ADAL" clId="{F222F23E-C05C-41A5-8737-0FB73E605679}" dt="2024-05-15T18:36:04.722" v="4898" actId="1076"/>
          <ac:grpSpMkLst>
            <pc:docMk/>
            <pc:sldMk cId="2584139160" sldId="268"/>
            <ac:grpSpMk id="36" creationId="{3B8EF892-FCF7-F4EF-D80E-050648F84D92}"/>
          </ac:grpSpMkLst>
        </pc:grpChg>
        <pc:grpChg chg="add mod">
          <ac:chgData name="Đinh Trần Thảo Phương" userId="21b2fe43-fe83-4dbe-8475-159cec80e33c" providerId="ADAL" clId="{F222F23E-C05C-41A5-8737-0FB73E605679}" dt="2024-05-15T18:36:18.591" v="4902" actId="1076"/>
          <ac:grpSpMkLst>
            <pc:docMk/>
            <pc:sldMk cId="2584139160" sldId="268"/>
            <ac:grpSpMk id="38" creationId="{0444497B-2EF5-B9B8-9DB1-1A91A763E8BD}"/>
          </ac:grpSpMkLst>
        </pc:grpChg>
        <pc:grpChg chg="add mod">
          <ac:chgData name="Đinh Trần Thảo Phương" userId="21b2fe43-fe83-4dbe-8475-159cec80e33c" providerId="ADAL" clId="{F222F23E-C05C-41A5-8737-0FB73E605679}" dt="2024-05-15T18:36:18.591" v="4902" actId="1076"/>
          <ac:grpSpMkLst>
            <pc:docMk/>
            <pc:sldMk cId="2584139160" sldId="268"/>
            <ac:grpSpMk id="40" creationId="{596FBADB-91FC-2127-661C-5F29CBB7575B}"/>
          </ac:grpSpMkLst>
        </pc:grpChg>
        <pc:grpChg chg="add mod">
          <ac:chgData name="Đinh Trần Thảo Phương" userId="21b2fe43-fe83-4dbe-8475-159cec80e33c" providerId="ADAL" clId="{F222F23E-C05C-41A5-8737-0FB73E605679}" dt="2024-05-15T18:36:18.591" v="4902" actId="1076"/>
          <ac:grpSpMkLst>
            <pc:docMk/>
            <pc:sldMk cId="2584139160" sldId="268"/>
            <ac:grpSpMk id="42" creationId="{A1361CCC-4E7F-5B37-3B31-593F148D90B2}"/>
          </ac:grpSpMkLst>
        </pc:grpChg>
        <pc:grpChg chg="add mod">
          <ac:chgData name="Đinh Trần Thảo Phương" userId="21b2fe43-fe83-4dbe-8475-159cec80e33c" providerId="ADAL" clId="{F222F23E-C05C-41A5-8737-0FB73E605679}" dt="2024-05-15T18:36:03.352" v="4897" actId="1076"/>
          <ac:grpSpMkLst>
            <pc:docMk/>
            <pc:sldMk cId="2584139160" sldId="268"/>
            <ac:grpSpMk id="43" creationId="{CB921589-F043-C482-FAE3-96340919FDE9}"/>
          </ac:grpSpMkLst>
        </pc:grpChg>
        <pc:picChg chg="add mod">
          <ac:chgData name="Đinh Trần Thảo Phương" userId="21b2fe43-fe83-4dbe-8475-159cec80e33c" providerId="ADAL" clId="{F222F23E-C05C-41A5-8737-0FB73E605679}" dt="2024-05-15T19:05:01.616" v="5739" actId="1036"/>
          <ac:picMkLst>
            <pc:docMk/>
            <pc:sldMk cId="2584139160" sldId="268"/>
            <ac:picMk id="3" creationId="{F9EE5E9C-4E96-5DA2-754F-F3577A10941C}"/>
          </ac:picMkLst>
        </pc:picChg>
        <pc:picChg chg="add mod">
          <ac:chgData name="Đinh Trần Thảo Phương" userId="21b2fe43-fe83-4dbe-8475-159cec80e33c" providerId="ADAL" clId="{F222F23E-C05C-41A5-8737-0FB73E605679}" dt="2024-05-15T19:05:01.616" v="5739" actId="1036"/>
          <ac:picMkLst>
            <pc:docMk/>
            <pc:sldMk cId="2584139160" sldId="268"/>
            <ac:picMk id="35" creationId="{1FB473EA-4638-3C88-A43B-A6DD91A1FA5A}"/>
          </ac:picMkLst>
        </pc:picChg>
        <pc:picChg chg="add mod">
          <ac:chgData name="Đinh Trần Thảo Phương" userId="21b2fe43-fe83-4dbe-8475-159cec80e33c" providerId="ADAL" clId="{F222F23E-C05C-41A5-8737-0FB73E605679}" dt="2024-05-15T19:05:01.616" v="5739" actId="1036"/>
          <ac:picMkLst>
            <pc:docMk/>
            <pc:sldMk cId="2584139160" sldId="268"/>
            <ac:picMk id="37" creationId="{7C0E592A-D899-FC34-F0BE-304B71B656F4}"/>
          </ac:picMkLst>
        </pc:picChg>
        <pc:picChg chg="add mod">
          <ac:chgData name="Đinh Trần Thảo Phương" userId="21b2fe43-fe83-4dbe-8475-159cec80e33c" providerId="ADAL" clId="{F222F23E-C05C-41A5-8737-0FB73E605679}" dt="2024-05-15T19:05:01.616" v="5739" actId="1036"/>
          <ac:picMkLst>
            <pc:docMk/>
            <pc:sldMk cId="2584139160" sldId="268"/>
            <ac:picMk id="39" creationId="{C0DD2517-AC3E-7CF8-BB0B-D7981817A560}"/>
          </ac:picMkLst>
        </pc:picChg>
        <pc:picChg chg="add mod">
          <ac:chgData name="Đinh Trần Thảo Phương" userId="21b2fe43-fe83-4dbe-8475-159cec80e33c" providerId="ADAL" clId="{F222F23E-C05C-41A5-8737-0FB73E605679}" dt="2024-05-15T19:05:01.616" v="5739" actId="1036"/>
          <ac:picMkLst>
            <pc:docMk/>
            <pc:sldMk cId="2584139160" sldId="268"/>
            <ac:picMk id="41" creationId="{A5A5D826-D103-4987-5F01-5E05AA154C85}"/>
          </ac:picMkLst>
        </pc:picChg>
        <pc:picChg chg="add mod ord">
          <ac:chgData name="Đinh Trần Thảo Phương" userId="21b2fe43-fe83-4dbe-8475-159cec80e33c" providerId="ADAL" clId="{F222F23E-C05C-41A5-8737-0FB73E605679}" dt="2024-05-15T18:37:03.620" v="4906"/>
          <ac:picMkLst>
            <pc:docMk/>
            <pc:sldMk cId="2584139160" sldId="268"/>
            <ac:picMk id="44" creationId="{47A1DC4C-AAF1-1D6F-D59E-EE93E841D1F5}"/>
          </ac:picMkLst>
        </pc:picChg>
        <pc:cxnChg chg="mod">
          <ac:chgData name="Đinh Trần Thảo Phương" userId="21b2fe43-fe83-4dbe-8475-159cec80e33c" providerId="ADAL" clId="{F222F23E-C05C-41A5-8737-0FB73E605679}" dt="2024-05-15T18:41:00.790" v="4944" actId="692"/>
          <ac:cxnSpMkLst>
            <pc:docMk/>
            <pc:sldMk cId="2584139160" sldId="268"/>
            <ac:cxnSpMk id="55" creationId="{E39FA337-71FA-E6B6-B0C0-3CDB0B4D1125}"/>
          </ac:cxnSpMkLst>
        </pc:cxnChg>
        <pc:cxnChg chg="mod">
          <ac:chgData name="Đinh Trần Thảo Phương" userId="21b2fe43-fe83-4dbe-8475-159cec80e33c" providerId="ADAL" clId="{F222F23E-C05C-41A5-8737-0FB73E605679}" dt="2024-05-15T18:41:10.471" v="4952" actId="692"/>
          <ac:cxnSpMkLst>
            <pc:docMk/>
            <pc:sldMk cId="2584139160" sldId="268"/>
            <ac:cxnSpMk id="57" creationId="{D582F6EF-6153-5B4D-5D01-31AD97F152DB}"/>
          </ac:cxnSpMkLst>
        </pc:cxnChg>
        <pc:cxnChg chg="mod">
          <ac:chgData name="Đinh Trần Thảo Phương" userId="21b2fe43-fe83-4dbe-8475-159cec80e33c" providerId="ADAL" clId="{F222F23E-C05C-41A5-8737-0FB73E605679}" dt="2024-05-15T18:41:16.180" v="4958" actId="692"/>
          <ac:cxnSpMkLst>
            <pc:docMk/>
            <pc:sldMk cId="2584139160" sldId="268"/>
            <ac:cxnSpMk id="59" creationId="{BE327557-121B-3864-801F-2522C5F5F350}"/>
          </ac:cxnSpMkLst>
        </pc:cxnChg>
        <pc:cxnChg chg="mod">
          <ac:chgData name="Đinh Trần Thảo Phương" userId="21b2fe43-fe83-4dbe-8475-159cec80e33c" providerId="ADAL" clId="{F222F23E-C05C-41A5-8737-0FB73E605679}" dt="2024-05-15T18:41:23.905" v="4966" actId="692"/>
          <ac:cxnSpMkLst>
            <pc:docMk/>
            <pc:sldMk cId="2584139160" sldId="268"/>
            <ac:cxnSpMk id="61" creationId="{055224F6-6FF9-AF16-D9FD-0C1C43F2A352}"/>
          </ac:cxnSpMkLst>
        </pc:cxnChg>
      </pc:sldChg>
      <pc:sldChg chg="delSp modSp add">
        <pc:chgData name="Đinh Trần Thảo Phương" userId="21b2fe43-fe83-4dbe-8475-159cec80e33c" providerId="ADAL" clId="{F222F23E-C05C-41A5-8737-0FB73E605679}" dt="2024-05-15T19:00:50.891" v="5579" actId="165"/>
        <pc:sldMkLst>
          <pc:docMk/>
          <pc:sldMk cId="2338393264" sldId="269"/>
        </pc:sldMkLst>
        <pc:grpChg chg="del">
          <ac:chgData name="Đinh Trần Thảo Phương" userId="21b2fe43-fe83-4dbe-8475-159cec80e33c" providerId="ADAL" clId="{F222F23E-C05C-41A5-8737-0FB73E605679}" dt="2024-05-15T19:00:50.891" v="5579" actId="165"/>
          <ac:grpSpMkLst>
            <pc:docMk/>
            <pc:sldMk cId="2338393264" sldId="269"/>
            <ac:grpSpMk id="31" creationId="{1863806D-8B97-F487-FF50-4C29D8A4A465}"/>
          </ac:grpSpMkLst>
        </pc:grpChg>
        <pc:picChg chg="mod topLvl">
          <ac:chgData name="Đinh Trần Thảo Phương" userId="21b2fe43-fe83-4dbe-8475-159cec80e33c" providerId="ADAL" clId="{F222F23E-C05C-41A5-8737-0FB73E605679}" dt="2024-05-15T19:00:50.891" v="5579" actId="165"/>
          <ac:picMkLst>
            <pc:docMk/>
            <pc:sldMk cId="2338393264" sldId="269"/>
            <ac:picMk id="22" creationId="{8FF7EB33-1B21-8CCB-6D97-4955259DC123}"/>
          </ac:picMkLst>
        </pc:picChg>
        <pc:picChg chg="mod topLvl">
          <ac:chgData name="Đinh Trần Thảo Phương" userId="21b2fe43-fe83-4dbe-8475-159cec80e33c" providerId="ADAL" clId="{F222F23E-C05C-41A5-8737-0FB73E605679}" dt="2024-05-15T19:00:50.891" v="5579" actId="165"/>
          <ac:picMkLst>
            <pc:docMk/>
            <pc:sldMk cId="2338393264" sldId="269"/>
            <ac:picMk id="24" creationId="{D58E0CD3-13A7-4EAE-7767-EA40BC00657F}"/>
          </ac:picMkLst>
        </pc:picChg>
        <pc:picChg chg="mod topLvl">
          <ac:chgData name="Đinh Trần Thảo Phương" userId="21b2fe43-fe83-4dbe-8475-159cec80e33c" providerId="ADAL" clId="{F222F23E-C05C-41A5-8737-0FB73E605679}" dt="2024-05-15T19:00:50.891" v="5579" actId="165"/>
          <ac:picMkLst>
            <pc:docMk/>
            <pc:sldMk cId="2338393264" sldId="269"/>
            <ac:picMk id="26" creationId="{F5F0446C-E82E-9726-A458-C165E9E086DF}"/>
          </ac:picMkLst>
        </pc:picChg>
        <pc:picChg chg="mod topLvl">
          <ac:chgData name="Đinh Trần Thảo Phương" userId="21b2fe43-fe83-4dbe-8475-159cec80e33c" providerId="ADAL" clId="{F222F23E-C05C-41A5-8737-0FB73E605679}" dt="2024-05-15T19:00:50.891" v="5579" actId="165"/>
          <ac:picMkLst>
            <pc:docMk/>
            <pc:sldMk cId="2338393264" sldId="269"/>
            <ac:picMk id="28" creationId="{449BF41E-C7AF-B764-BE72-D04E54EC50E7}"/>
          </ac:picMkLst>
        </pc:picChg>
        <pc:picChg chg="mod topLvl">
          <ac:chgData name="Đinh Trần Thảo Phương" userId="21b2fe43-fe83-4dbe-8475-159cec80e33c" providerId="ADAL" clId="{F222F23E-C05C-41A5-8737-0FB73E605679}" dt="2024-05-15T19:00:50.891" v="5579" actId="165"/>
          <ac:picMkLst>
            <pc:docMk/>
            <pc:sldMk cId="2338393264" sldId="269"/>
            <ac:picMk id="30" creationId="{E05E115B-DCB0-D3DD-58DB-679F5D3A7C34}"/>
          </ac:picMkLst>
        </pc:picChg>
      </pc:sldChg>
      <pc:sldChg chg="add del">
        <pc:chgData name="Đinh Trần Thảo Phương" userId="21b2fe43-fe83-4dbe-8475-159cec80e33c" providerId="ADAL" clId="{F222F23E-C05C-41A5-8737-0FB73E605679}" dt="2024-05-15T19:03:06.425" v="5603"/>
        <pc:sldMkLst>
          <pc:docMk/>
          <pc:sldMk cId="2666590934" sldId="270"/>
        </pc:sldMkLst>
      </pc:sldChg>
      <pc:sldMasterChg chg="modTransition modSldLayout">
        <pc:chgData name="Đinh Trần Thảo Phương" userId="21b2fe43-fe83-4dbe-8475-159cec80e33c" providerId="ADAL" clId="{F222F23E-C05C-41A5-8737-0FB73E605679}" dt="2024-05-15T16:45:59.144" v="1325"/>
        <pc:sldMasterMkLst>
          <pc:docMk/>
          <pc:sldMasterMk cId="1520924878" sldId="2147483648"/>
        </pc:sldMasterMkLst>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838601980" sldId="2147483649"/>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1209342389" sldId="2147483650"/>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3996663694" sldId="2147483651"/>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369781472" sldId="2147483652"/>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3714930923" sldId="2147483653"/>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33560209" sldId="2147483654"/>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609825867" sldId="2147483655"/>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306091733" sldId="2147483656"/>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3611094473" sldId="2147483657"/>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3587166613" sldId="2147483658"/>
          </pc:sldLayoutMkLst>
        </pc:sldLayoutChg>
        <pc:sldLayoutChg chg="modTransition">
          <pc:chgData name="Đinh Trần Thảo Phương" userId="21b2fe43-fe83-4dbe-8475-159cec80e33c" providerId="ADAL" clId="{F222F23E-C05C-41A5-8737-0FB73E605679}" dt="2024-05-15T16:45:59.144" v="1325"/>
          <pc:sldLayoutMkLst>
            <pc:docMk/>
            <pc:sldMasterMk cId="1520924878" sldId="2147483648"/>
            <pc:sldLayoutMk cId="3775266178"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0068C-BEA2-438C-B4AD-583F2B122A63}" type="datetimeFigureOut">
              <a:rPr lang="vi-VN" smtClean="0"/>
              <a:t>28/05/2024</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380066-3433-4F4D-B1B7-81C1F0861813}" type="slidenum">
              <a:rPr lang="vi-VN" smtClean="0"/>
              <a:t>‹#›</a:t>
            </a:fld>
            <a:endParaRPr lang="vi-VN"/>
          </a:p>
        </p:txBody>
      </p:sp>
    </p:spTree>
    <p:extLst>
      <p:ext uri="{BB962C8B-B14F-4D97-AF65-F5344CB8AC3E}">
        <p14:creationId xmlns:p14="http://schemas.microsoft.com/office/powerpoint/2010/main" val="1427405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39CB3-4761-095E-030D-2A4DBC0442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7EEBA831-70E2-3982-3D41-0A514D3E3B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F15A2CAC-1D19-51CB-BF96-9196B33EF7FA}"/>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5" name="Footer Placeholder 4">
            <a:extLst>
              <a:ext uri="{FF2B5EF4-FFF2-40B4-BE49-F238E27FC236}">
                <a16:creationId xmlns:a16="http://schemas.microsoft.com/office/drawing/2014/main" id="{E3872ADE-2EB7-DB51-6078-27888EABBA5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6E11B12A-C10C-6280-FE10-B2F289A9FA10}"/>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838601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A230-1D89-E922-526A-218EE7D388FD}"/>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56B5FED7-AD81-39C3-6069-6485FFC61A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4A4AD1B-42E5-2981-6602-F05C8ACA13D5}"/>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5" name="Footer Placeholder 4">
            <a:extLst>
              <a:ext uri="{FF2B5EF4-FFF2-40B4-BE49-F238E27FC236}">
                <a16:creationId xmlns:a16="http://schemas.microsoft.com/office/drawing/2014/main" id="{39594D50-A8DC-10B6-7BCD-00D7A9A76DD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C33ADBE8-3162-75F7-687B-EC198C23F79A}"/>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1209342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2FE97-3209-BEB7-974A-5747DAA1A4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C8F57AA7-49ED-5CF3-C7FC-E40C7D0B5E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B90F83-A42B-8416-71A3-F56927238E2A}"/>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5" name="Footer Placeholder 4">
            <a:extLst>
              <a:ext uri="{FF2B5EF4-FFF2-40B4-BE49-F238E27FC236}">
                <a16:creationId xmlns:a16="http://schemas.microsoft.com/office/drawing/2014/main" id="{66A89B49-80AB-99EB-972C-BCBB808F5E6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4676D2AB-0A76-CDE8-1D3B-13804B2ADFF0}"/>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39966636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42B6D-35BB-E362-13C7-5429B20334D7}"/>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0F04F4F0-B955-2A07-761F-A0195FB0A2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E93FC52C-1655-0286-2A9C-CB5E392883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6C5CE957-8F09-E450-CEA8-9452D7676B9F}"/>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6" name="Footer Placeholder 5">
            <a:extLst>
              <a:ext uri="{FF2B5EF4-FFF2-40B4-BE49-F238E27FC236}">
                <a16:creationId xmlns:a16="http://schemas.microsoft.com/office/drawing/2014/main" id="{BA03D39F-B51E-4C53-1883-DECB3FE16887}"/>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25E8965C-F9B7-2B3D-9719-83FB38B6615B}"/>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369781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535F4-7FE7-4869-5187-7269A138A197}"/>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244E59D6-F8FB-8CBF-751A-C1B4CE9FBC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6CEAF6-D37F-8081-9016-FF247015DC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B792087D-C9A6-B1C2-708F-07B96723DF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AF6F0F-97F1-9B0A-5A04-53F6EC497E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40273B03-F2F0-59BB-F3D9-A8E0B1B8B040}"/>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8" name="Footer Placeholder 7">
            <a:extLst>
              <a:ext uri="{FF2B5EF4-FFF2-40B4-BE49-F238E27FC236}">
                <a16:creationId xmlns:a16="http://schemas.microsoft.com/office/drawing/2014/main" id="{9D86B8CE-26E3-3D02-C72C-C3D90222D3B5}"/>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943361AA-0233-4FEE-8D61-5FC3BF099D3F}"/>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3714930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EBB95-42AD-6DF1-66B9-FDAF47135F0F}"/>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6F2BC115-CEF2-6F90-9054-8801DB47D9DC}"/>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4" name="Footer Placeholder 3">
            <a:extLst>
              <a:ext uri="{FF2B5EF4-FFF2-40B4-BE49-F238E27FC236}">
                <a16:creationId xmlns:a16="http://schemas.microsoft.com/office/drawing/2014/main" id="{5464CB2B-9198-C119-F2CF-513064790321}"/>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4A3B1CF0-F17F-5B36-8506-716C84A497CD}"/>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33560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444AEB-2A81-8347-24C1-75E249045452}"/>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3" name="Footer Placeholder 2">
            <a:extLst>
              <a:ext uri="{FF2B5EF4-FFF2-40B4-BE49-F238E27FC236}">
                <a16:creationId xmlns:a16="http://schemas.microsoft.com/office/drawing/2014/main" id="{AF7C29AB-C6E3-CDFB-4271-B79A3474ADCE}"/>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F60E29A9-B24B-F331-DBA1-F9A512EF4EF2}"/>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609825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4B60-2DF4-4D88-784E-424C24EF30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019CF831-C340-9A01-6AE5-D336D9780E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022EF744-7797-A3EC-13B1-DC7052E44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463ACD-19C9-40D5-2B7C-4EB1188A75BD}"/>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6" name="Footer Placeholder 5">
            <a:extLst>
              <a:ext uri="{FF2B5EF4-FFF2-40B4-BE49-F238E27FC236}">
                <a16:creationId xmlns:a16="http://schemas.microsoft.com/office/drawing/2014/main" id="{C8B20247-B560-7935-DCAE-7716707A7BBC}"/>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0061F48D-6A84-C73C-3DE2-B4084EF00B9B}"/>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306091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233DA-7294-70CE-683E-E7283D3BE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E63209A8-1FEF-7D1A-E1D6-7D38B4DC8E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163A72A1-6CA9-6858-5C4C-1C887C600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D6E97E-6359-724B-A182-A62736FE0575}"/>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6" name="Footer Placeholder 5">
            <a:extLst>
              <a:ext uri="{FF2B5EF4-FFF2-40B4-BE49-F238E27FC236}">
                <a16:creationId xmlns:a16="http://schemas.microsoft.com/office/drawing/2014/main" id="{58FCB073-A653-AB32-41AF-20BE78D7B56A}"/>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FD78A7F3-1E71-05C9-24DE-1665418A8E02}"/>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3611094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040F-28B8-1384-2D57-826103D8532E}"/>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87E6A1C-C2B5-2028-4BDF-96DD2EB3A6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1022FA5-3286-0538-0FB5-DD633B0B972B}"/>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5" name="Footer Placeholder 4">
            <a:extLst>
              <a:ext uri="{FF2B5EF4-FFF2-40B4-BE49-F238E27FC236}">
                <a16:creationId xmlns:a16="http://schemas.microsoft.com/office/drawing/2014/main" id="{B575A064-EFF1-421C-770D-F5136221BD3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64FDB83-52FB-5100-432C-8DFABDCFC158}"/>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3587166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FC12D9-FF6B-7B6E-1B8E-E9DEB24F22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DBD2785D-94B9-3931-6BD0-AC05D4B194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9625E70F-12EC-A1C8-6E0C-253FC3B6D03B}"/>
              </a:ext>
            </a:extLst>
          </p:cNvPr>
          <p:cNvSpPr>
            <a:spLocks noGrp="1"/>
          </p:cNvSpPr>
          <p:nvPr>
            <p:ph type="dt" sz="half" idx="10"/>
          </p:nvPr>
        </p:nvSpPr>
        <p:spPr/>
        <p:txBody>
          <a:bodyPr/>
          <a:lstStyle/>
          <a:p>
            <a:fld id="{D8A64538-7BE6-45C6-B606-E277280EACCD}" type="datetimeFigureOut">
              <a:rPr lang="vi-VN" smtClean="0"/>
              <a:t>28/05/2024</a:t>
            </a:fld>
            <a:endParaRPr lang="vi-VN"/>
          </a:p>
        </p:txBody>
      </p:sp>
      <p:sp>
        <p:nvSpPr>
          <p:cNvPr id="5" name="Footer Placeholder 4">
            <a:extLst>
              <a:ext uri="{FF2B5EF4-FFF2-40B4-BE49-F238E27FC236}">
                <a16:creationId xmlns:a16="http://schemas.microsoft.com/office/drawing/2014/main" id="{B8C0E0A7-DE7C-A48F-3487-E18142B23E46}"/>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E15C189-AA10-3814-4F4E-4E6E13C5690A}"/>
              </a:ext>
            </a:extLst>
          </p:cNvPr>
          <p:cNvSpPr>
            <a:spLocks noGrp="1"/>
          </p:cNvSpPr>
          <p:nvPr>
            <p:ph type="sldNum" sz="quarter" idx="12"/>
          </p:nvPr>
        </p:nvSpPr>
        <p:spPr/>
        <p:txBody>
          <a:bodyPr/>
          <a:lstStyle/>
          <a:p>
            <a:fld id="{56073FDB-5833-4589-860F-C57B69DFA980}" type="slidenum">
              <a:rPr lang="vi-VN" smtClean="0"/>
              <a:t>‹#›</a:t>
            </a:fld>
            <a:endParaRPr lang="vi-VN"/>
          </a:p>
        </p:txBody>
      </p:sp>
    </p:spTree>
    <p:extLst>
      <p:ext uri="{BB962C8B-B14F-4D97-AF65-F5344CB8AC3E}">
        <p14:creationId xmlns:p14="http://schemas.microsoft.com/office/powerpoint/2010/main" val="3775266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D5244F-F598-58A8-9AFD-56E9F087F1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88AC91E6-572D-4489-A4B3-42132DC538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9175B55B-FB52-47A8-B2DD-3C18239BAA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A64538-7BE6-45C6-B606-E277280EACCD}" type="datetimeFigureOut">
              <a:rPr lang="vi-VN" smtClean="0"/>
              <a:t>28/05/2024</a:t>
            </a:fld>
            <a:endParaRPr lang="vi-VN"/>
          </a:p>
        </p:txBody>
      </p:sp>
      <p:sp>
        <p:nvSpPr>
          <p:cNvPr id="5" name="Footer Placeholder 4">
            <a:extLst>
              <a:ext uri="{FF2B5EF4-FFF2-40B4-BE49-F238E27FC236}">
                <a16:creationId xmlns:a16="http://schemas.microsoft.com/office/drawing/2014/main" id="{73C65A9F-BB1E-0DE5-B3EC-D709EA0F3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95374DED-BF89-9C95-37BA-355DE5ECC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073FDB-5833-4589-860F-C57B69DFA980}" type="slidenum">
              <a:rPr lang="vi-VN" smtClean="0"/>
              <a:t>‹#›</a:t>
            </a:fld>
            <a:endParaRPr lang="vi-VN"/>
          </a:p>
        </p:txBody>
      </p:sp>
    </p:spTree>
    <p:extLst>
      <p:ext uri="{BB962C8B-B14F-4D97-AF65-F5344CB8AC3E}">
        <p14:creationId xmlns:p14="http://schemas.microsoft.com/office/powerpoint/2010/main" val="1520924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0.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5.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1.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2.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6.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3.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4.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7.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5.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6.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7.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8.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19.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20.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8.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21.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9.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2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30.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2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31.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2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32.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2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33.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2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3.svg"/><Relationship Id="rId9" Type="http://schemas.openxmlformats.org/officeDocument/2006/relationships/image" Target="../media/image6.png"/><Relationship Id="rId14" Type="http://schemas.openxmlformats.org/officeDocument/2006/relationships/image" Target="../media/image11.svg"/></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Purple lines shaped into a wave">
            <a:extLst>
              <a:ext uri="{FF2B5EF4-FFF2-40B4-BE49-F238E27FC236}">
                <a16:creationId xmlns:a16="http://schemas.microsoft.com/office/drawing/2014/main" id="{BD41725D-C9B3-9353-42A2-8407D8E5D240}"/>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6" name="TextBox 5">
            <a:extLst>
              <a:ext uri="{FF2B5EF4-FFF2-40B4-BE49-F238E27FC236}">
                <a16:creationId xmlns:a16="http://schemas.microsoft.com/office/drawing/2014/main" id="{2792D9A4-70AD-2E62-EBF0-1FC9626698BE}"/>
              </a:ext>
            </a:extLst>
          </p:cNvPr>
          <p:cNvSpPr txBox="1"/>
          <p:nvPr/>
        </p:nvSpPr>
        <p:spPr>
          <a:xfrm>
            <a:off x="-9279799" y="1674674"/>
            <a:ext cx="10541000" cy="1938992"/>
          </a:xfrm>
          <a:prstGeom prst="rect">
            <a:avLst/>
          </a:prstGeom>
          <a:noFill/>
          <a:effectLst>
            <a:glow rad="228600">
              <a:schemeClr val="accent1">
                <a:satMod val="175000"/>
                <a:alpha val="40000"/>
              </a:schemeClr>
            </a:glow>
          </a:effectLst>
        </p:spPr>
        <p:txBody>
          <a:bodyPr wrap="square" rtlCol="0">
            <a:spAutoFit/>
          </a:bodyPr>
          <a:lstStyle/>
          <a:p>
            <a:pPr algn="ctr"/>
            <a:endParaRPr lang="en-US" sz="6000" b="1">
              <a:solidFill>
                <a:schemeClr val="bg1"/>
              </a:solidFill>
              <a:effectLst/>
              <a:latin typeface="Times New Roman" panose="02020603050405020304" pitchFamily="18" charset="0"/>
              <a:cs typeface="Times New Roman" panose="02020603050405020304" pitchFamily="18" charset="0"/>
            </a:endParaRPr>
          </a:p>
          <a:p>
            <a:pPr algn="ctr"/>
            <a:r>
              <a:rPr lang="en-US" sz="6000" b="1">
                <a:solidFill>
                  <a:schemeClr val="bg1"/>
                </a:solidFill>
                <a:effectLst/>
                <a:latin typeface="Times New Roman" panose="02020603050405020304" pitchFamily="18" charset="0"/>
                <a:cs typeface="Times New Roman" panose="02020603050405020304" pitchFamily="18" charset="0"/>
              </a:rPr>
              <a:t>QUẢN LÍ THƯ VIỆN</a:t>
            </a:r>
          </a:p>
        </p:txBody>
      </p:sp>
      <p:sp>
        <p:nvSpPr>
          <p:cNvPr id="12" name="TextBox 11">
            <a:extLst>
              <a:ext uri="{FF2B5EF4-FFF2-40B4-BE49-F238E27FC236}">
                <a16:creationId xmlns:a16="http://schemas.microsoft.com/office/drawing/2014/main" id="{7A148494-DC90-9B7E-0787-EE94297BDC2C}"/>
              </a:ext>
            </a:extLst>
          </p:cNvPr>
          <p:cNvSpPr txBox="1"/>
          <p:nvPr/>
        </p:nvSpPr>
        <p:spPr>
          <a:xfrm>
            <a:off x="8234489" y="1660347"/>
            <a:ext cx="10541000" cy="1015663"/>
          </a:xfrm>
          <a:prstGeom prst="rect">
            <a:avLst/>
          </a:prstGeom>
          <a:noFill/>
          <a:effectLst>
            <a:glow rad="228600">
              <a:schemeClr val="accent1">
                <a:satMod val="175000"/>
                <a:alpha val="40000"/>
              </a:schemeClr>
            </a:glow>
          </a:effectLst>
        </p:spPr>
        <p:txBody>
          <a:bodyPr wrap="square" rtlCol="0">
            <a:spAutoFit/>
          </a:bodyPr>
          <a:lstStyle/>
          <a:p>
            <a:pPr algn="ctr"/>
            <a:r>
              <a:rPr lang="en-US" sz="6000" b="1">
                <a:solidFill>
                  <a:schemeClr val="bg1"/>
                </a:solidFill>
                <a:effectLst/>
                <a:latin typeface="Times New Roman" panose="02020603050405020304" pitchFamily="18" charset="0"/>
                <a:cs typeface="Times New Roman" panose="02020603050405020304" pitchFamily="18" charset="0"/>
              </a:rPr>
              <a:t>PBL1:</a:t>
            </a:r>
          </a:p>
        </p:txBody>
      </p:sp>
      <p:sp>
        <p:nvSpPr>
          <p:cNvPr id="7" name="TextBox 6">
            <a:extLst>
              <a:ext uri="{FF2B5EF4-FFF2-40B4-BE49-F238E27FC236}">
                <a16:creationId xmlns:a16="http://schemas.microsoft.com/office/drawing/2014/main" id="{90EA9BD7-A578-CC95-A3FE-4D2C31BE1C7E}"/>
              </a:ext>
            </a:extLst>
          </p:cNvPr>
          <p:cNvSpPr txBox="1"/>
          <p:nvPr/>
        </p:nvSpPr>
        <p:spPr>
          <a:xfrm>
            <a:off x="-1996828" y="4038601"/>
            <a:ext cx="2895599" cy="523220"/>
          </a:xfrm>
          <a:prstGeom prst="rect">
            <a:avLst/>
          </a:prstGeom>
          <a:noFill/>
          <a:effectLst>
            <a:glow rad="63500">
              <a:schemeClr val="accent5">
                <a:satMod val="175000"/>
                <a:alpha val="40000"/>
              </a:schemeClr>
            </a:glow>
          </a:effectLst>
        </p:spPr>
        <p:txBody>
          <a:bodyPr wrap="square" rtlCol="0">
            <a:spAutoFit/>
          </a:bodyPr>
          <a:lstStyle/>
          <a:p>
            <a:r>
              <a:rPr lang="en-US" sz="2800">
                <a:solidFill>
                  <a:schemeClr val="bg1"/>
                </a:solidFill>
                <a:latin typeface="Times New Roman" panose="02020603050405020304" pitchFamily="18" charset="0"/>
                <a:cs typeface="Times New Roman" panose="02020603050405020304" pitchFamily="18" charset="0"/>
              </a:rPr>
              <a:t>Thành </a:t>
            </a:r>
            <a:r>
              <a:rPr lang="en-US" sz="2800" err="1">
                <a:solidFill>
                  <a:schemeClr val="bg1"/>
                </a:solidFill>
                <a:latin typeface="Times New Roman" panose="02020603050405020304" pitchFamily="18" charset="0"/>
                <a:cs typeface="Times New Roman" panose="02020603050405020304" pitchFamily="18" charset="0"/>
              </a:rPr>
              <a:t>viên</a:t>
            </a:r>
            <a:r>
              <a:rPr lang="en-US" sz="2800">
                <a:solidFill>
                  <a:schemeClr val="bg1"/>
                </a:solidFill>
                <a:latin typeface="Times New Roman" panose="02020603050405020304" pitchFamily="18" charset="0"/>
                <a:cs typeface="Times New Roman" panose="02020603050405020304" pitchFamily="18" charset="0"/>
              </a:rPr>
              <a:t>: </a:t>
            </a:r>
          </a:p>
        </p:txBody>
      </p:sp>
      <p:sp>
        <p:nvSpPr>
          <p:cNvPr id="8" name="TextBox 7">
            <a:extLst>
              <a:ext uri="{FF2B5EF4-FFF2-40B4-BE49-F238E27FC236}">
                <a16:creationId xmlns:a16="http://schemas.microsoft.com/office/drawing/2014/main" id="{2EBE8E49-6ED6-D61A-03F7-EFAFBB6C93CB}"/>
              </a:ext>
            </a:extLst>
          </p:cNvPr>
          <p:cNvSpPr txBox="1"/>
          <p:nvPr/>
        </p:nvSpPr>
        <p:spPr>
          <a:xfrm>
            <a:off x="12270155" y="4038601"/>
            <a:ext cx="5089524" cy="523220"/>
          </a:xfrm>
          <a:prstGeom prst="rect">
            <a:avLst/>
          </a:prstGeom>
          <a:noFill/>
          <a:effectLst/>
          <a:scene3d>
            <a:camera prst="orthographicFront">
              <a:rot lat="0" lon="0" rev="0"/>
            </a:camera>
            <a:lightRig rig="threePt" dir="t"/>
          </a:scene3d>
        </p:spPr>
        <p:txBody>
          <a:bodyPr wrap="square" rtlCol="0">
            <a:spAutoFit/>
          </a:bodyPr>
          <a:lstStyle/>
          <a:p>
            <a:r>
              <a:rPr lang="en-US" sz="2800" err="1">
                <a:solidFill>
                  <a:schemeClr val="bg1"/>
                </a:solidFill>
                <a:latin typeface="Times New Roman" panose="02020603050405020304" pitchFamily="18" charset="0"/>
                <a:cs typeface="Times New Roman" panose="02020603050405020304" pitchFamily="18" charset="0"/>
              </a:rPr>
              <a:t>Trương</a:t>
            </a:r>
            <a:r>
              <a:rPr lang="en-US" sz="2800">
                <a:solidFill>
                  <a:schemeClr val="bg1"/>
                </a:solidFill>
                <a:latin typeface="Times New Roman" panose="02020603050405020304" pitchFamily="18" charset="0"/>
                <a:cs typeface="Times New Roman" panose="02020603050405020304" pitchFamily="18" charset="0"/>
              </a:rPr>
              <a:t> </a:t>
            </a:r>
            <a:r>
              <a:rPr lang="en-US" sz="2800" err="1">
                <a:solidFill>
                  <a:schemeClr val="bg1"/>
                </a:solidFill>
                <a:latin typeface="Times New Roman" panose="02020603050405020304" pitchFamily="18" charset="0"/>
                <a:cs typeface="Times New Roman" panose="02020603050405020304" pitchFamily="18" charset="0"/>
              </a:rPr>
              <a:t>Nhật</a:t>
            </a:r>
            <a:r>
              <a:rPr lang="en-US" sz="2800">
                <a:solidFill>
                  <a:schemeClr val="bg1"/>
                </a:solidFill>
                <a:latin typeface="Times New Roman" panose="02020603050405020304" pitchFamily="18" charset="0"/>
                <a:cs typeface="Times New Roman" panose="02020603050405020304" pitchFamily="18" charset="0"/>
              </a:rPr>
              <a:t> Hoàng</a:t>
            </a:r>
          </a:p>
        </p:txBody>
      </p:sp>
      <p:sp>
        <p:nvSpPr>
          <p:cNvPr id="11" name="TextBox 10">
            <a:extLst>
              <a:ext uri="{FF2B5EF4-FFF2-40B4-BE49-F238E27FC236}">
                <a16:creationId xmlns:a16="http://schemas.microsoft.com/office/drawing/2014/main" id="{6F67B9D7-D76E-07E5-7EB5-B3C6CB3B8583}"/>
              </a:ext>
            </a:extLst>
          </p:cNvPr>
          <p:cNvSpPr txBox="1"/>
          <p:nvPr/>
        </p:nvSpPr>
        <p:spPr>
          <a:xfrm>
            <a:off x="-3720126" y="4660106"/>
            <a:ext cx="5089524" cy="523220"/>
          </a:xfrm>
          <a:prstGeom prst="rect">
            <a:avLst/>
          </a:prstGeom>
          <a:noFill/>
          <a:effectLst/>
          <a:scene3d>
            <a:camera prst="orthographicFront">
              <a:rot lat="0" lon="0" rev="0"/>
            </a:camera>
            <a:lightRig rig="threePt" dir="t"/>
          </a:scene3d>
        </p:spPr>
        <p:txBody>
          <a:bodyPr wrap="square" rtlCol="0">
            <a:spAutoFit/>
          </a:bodyPr>
          <a:lstStyle/>
          <a:p>
            <a:r>
              <a:rPr lang="en-US" sz="2800" err="1">
                <a:solidFill>
                  <a:schemeClr val="bg1"/>
                </a:solidFill>
                <a:latin typeface="Times New Roman" panose="02020603050405020304" pitchFamily="18" charset="0"/>
                <a:cs typeface="Times New Roman" panose="02020603050405020304" pitchFamily="18" charset="0"/>
              </a:rPr>
              <a:t>Huỳnh</a:t>
            </a:r>
            <a:r>
              <a:rPr lang="en-US" sz="2800">
                <a:solidFill>
                  <a:schemeClr val="bg1"/>
                </a:solidFill>
                <a:latin typeface="Times New Roman" panose="02020603050405020304" pitchFamily="18" charset="0"/>
                <a:cs typeface="Times New Roman" panose="02020603050405020304" pitchFamily="18" charset="0"/>
              </a:rPr>
              <a:t> </a:t>
            </a:r>
            <a:r>
              <a:rPr lang="en-US" sz="2800" err="1">
                <a:solidFill>
                  <a:schemeClr val="bg1"/>
                </a:solidFill>
                <a:latin typeface="Times New Roman" panose="02020603050405020304" pitchFamily="18" charset="0"/>
                <a:cs typeface="Times New Roman" panose="02020603050405020304" pitchFamily="18" charset="0"/>
              </a:rPr>
              <a:t>Ngọc</a:t>
            </a:r>
            <a:r>
              <a:rPr lang="en-US" sz="2800">
                <a:solidFill>
                  <a:schemeClr val="bg1"/>
                </a:solidFill>
                <a:latin typeface="Times New Roman" panose="02020603050405020304" pitchFamily="18" charset="0"/>
                <a:cs typeface="Times New Roman" panose="02020603050405020304" pitchFamily="18" charset="0"/>
              </a:rPr>
              <a:t> </a:t>
            </a:r>
            <a:r>
              <a:rPr lang="en-US" sz="2800" err="1">
                <a:solidFill>
                  <a:schemeClr val="bg1"/>
                </a:solidFill>
                <a:latin typeface="Times New Roman" panose="02020603050405020304" pitchFamily="18" charset="0"/>
                <a:cs typeface="Times New Roman" panose="02020603050405020304" pitchFamily="18" charset="0"/>
              </a:rPr>
              <a:t>Tịnh</a:t>
            </a:r>
            <a:r>
              <a:rPr lang="en-US" sz="2800">
                <a:solidFill>
                  <a:schemeClr val="bg1"/>
                </a:solidFill>
                <a:latin typeface="Times New Roman" panose="02020603050405020304" pitchFamily="18" charset="0"/>
                <a:cs typeface="Times New Roman" panose="02020603050405020304" pitchFamily="18" charset="0"/>
              </a:rPr>
              <a:t> Phong</a:t>
            </a:r>
          </a:p>
        </p:txBody>
      </p:sp>
      <p:sp>
        <p:nvSpPr>
          <p:cNvPr id="19" name="Rectangle: Top Corners Rounded 18">
            <a:extLst>
              <a:ext uri="{FF2B5EF4-FFF2-40B4-BE49-F238E27FC236}">
                <a16:creationId xmlns:a16="http://schemas.microsoft.com/office/drawing/2014/main" id="{E237D845-1B25-B60F-8347-93293DACB9D7}"/>
              </a:ext>
            </a:extLst>
          </p:cNvPr>
          <p:cNvSpPr/>
          <p:nvPr/>
        </p:nvSpPr>
        <p:spPr>
          <a:xfrm>
            <a:off x="634484" y="1424071"/>
            <a:ext cx="5068050" cy="318352"/>
          </a:xfrm>
          <a:prstGeom prst="round2SameRect">
            <a:avLst>
              <a:gd name="adj1" fmla="val 31373"/>
              <a:gd name="adj2"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Harvey Balls 20% outline">
            <a:extLst>
              <a:ext uri="{FF2B5EF4-FFF2-40B4-BE49-F238E27FC236}">
                <a16:creationId xmlns:a16="http://schemas.microsoft.com/office/drawing/2014/main" id="{8FF7EB33-1B21-8CCB-6D97-4955259DC12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5400000">
            <a:off x="3383282" y="-1394478"/>
            <a:ext cx="1015663" cy="1015663"/>
          </a:xfrm>
          <a:prstGeom prst="rect">
            <a:avLst/>
          </a:prstGeom>
        </p:spPr>
      </p:pic>
      <p:pic>
        <p:nvPicPr>
          <p:cNvPr id="24" name="Graphic 23" descr="Harvey Balls 30% outline">
            <a:extLst>
              <a:ext uri="{FF2B5EF4-FFF2-40B4-BE49-F238E27FC236}">
                <a16:creationId xmlns:a16="http://schemas.microsoft.com/office/drawing/2014/main" id="{D58E0CD3-13A7-4EAE-7767-EA40BC00657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5400000">
            <a:off x="4597696" y="-1394478"/>
            <a:ext cx="1015663" cy="1015663"/>
          </a:xfrm>
          <a:prstGeom prst="rect">
            <a:avLst/>
          </a:prstGeom>
        </p:spPr>
      </p:pic>
      <p:pic>
        <p:nvPicPr>
          <p:cNvPr id="26" name="Graphic 25" descr="Harvey Balls 35% outline">
            <a:extLst>
              <a:ext uri="{FF2B5EF4-FFF2-40B4-BE49-F238E27FC236}">
                <a16:creationId xmlns:a16="http://schemas.microsoft.com/office/drawing/2014/main" id="{F5F0446C-E82E-9726-A458-C165E9E086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5400000">
            <a:off x="5812108" y="-1394478"/>
            <a:ext cx="1015663" cy="1015663"/>
          </a:xfrm>
          <a:prstGeom prst="rect">
            <a:avLst/>
          </a:prstGeom>
        </p:spPr>
      </p:pic>
      <p:pic>
        <p:nvPicPr>
          <p:cNvPr id="28" name="Graphic 27" descr="Harvey Balls 5% outline">
            <a:extLst>
              <a:ext uri="{FF2B5EF4-FFF2-40B4-BE49-F238E27FC236}">
                <a16:creationId xmlns:a16="http://schemas.microsoft.com/office/drawing/2014/main" id="{449BF41E-C7AF-B764-BE72-D04E54EC50E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5400000">
            <a:off x="8238616" y="-1394478"/>
            <a:ext cx="1015663" cy="1015663"/>
          </a:xfrm>
          <a:prstGeom prst="rect">
            <a:avLst/>
          </a:prstGeom>
        </p:spPr>
      </p:pic>
      <p:pic>
        <p:nvPicPr>
          <p:cNvPr id="30" name="Graphic 29" descr="Harvey Balls 60% outline">
            <a:extLst>
              <a:ext uri="{FF2B5EF4-FFF2-40B4-BE49-F238E27FC236}">
                <a16:creationId xmlns:a16="http://schemas.microsoft.com/office/drawing/2014/main" id="{E05E115B-DCB0-D3DD-58DB-679F5D3A7C3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5400000">
            <a:off x="7026522" y="-1394478"/>
            <a:ext cx="1015663" cy="1015663"/>
          </a:xfrm>
          <a:prstGeom prst="rect">
            <a:avLst/>
          </a:prstGeom>
        </p:spPr>
      </p:pic>
    </p:spTree>
    <p:extLst>
      <p:ext uri="{BB962C8B-B14F-4D97-AF65-F5344CB8AC3E}">
        <p14:creationId xmlns:p14="http://schemas.microsoft.com/office/powerpoint/2010/main" val="3815524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Purple lines shaped into a wave">
            <a:extLst>
              <a:ext uri="{FF2B5EF4-FFF2-40B4-BE49-F238E27FC236}">
                <a16:creationId xmlns:a16="http://schemas.microsoft.com/office/drawing/2014/main" id="{BD41725D-C9B3-9353-42A2-8407D8E5D240}"/>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6" name="TextBox 5">
            <a:extLst>
              <a:ext uri="{FF2B5EF4-FFF2-40B4-BE49-F238E27FC236}">
                <a16:creationId xmlns:a16="http://schemas.microsoft.com/office/drawing/2014/main" id="{2792D9A4-70AD-2E62-EBF0-1FC9626698BE}"/>
              </a:ext>
            </a:extLst>
          </p:cNvPr>
          <p:cNvSpPr txBox="1"/>
          <p:nvPr/>
        </p:nvSpPr>
        <p:spPr>
          <a:xfrm>
            <a:off x="825499" y="1674674"/>
            <a:ext cx="10541000" cy="1938992"/>
          </a:xfrm>
          <a:prstGeom prst="rect">
            <a:avLst/>
          </a:prstGeom>
          <a:noFill/>
          <a:effectLst>
            <a:glow rad="228600">
              <a:schemeClr val="accent1">
                <a:satMod val="175000"/>
                <a:alpha val="40000"/>
              </a:schemeClr>
            </a:glow>
          </a:effectLst>
        </p:spPr>
        <p:txBody>
          <a:bodyPr wrap="square" rtlCol="0">
            <a:spAutoFit/>
          </a:bodyPr>
          <a:lstStyle/>
          <a:p>
            <a:pPr algn="ctr"/>
            <a:endParaRPr lang="en-US" sz="6000" b="1">
              <a:solidFill>
                <a:schemeClr val="bg1"/>
              </a:solidFill>
              <a:effectLst/>
              <a:latin typeface="Times New Roman" panose="02020603050405020304" pitchFamily="18" charset="0"/>
              <a:cs typeface="Times New Roman" panose="02020603050405020304" pitchFamily="18" charset="0"/>
            </a:endParaRPr>
          </a:p>
          <a:p>
            <a:pPr algn="ctr"/>
            <a:r>
              <a:rPr lang="en-US" sz="6000" b="1">
                <a:solidFill>
                  <a:schemeClr val="bg1"/>
                </a:solidFill>
                <a:effectLst/>
                <a:latin typeface="Times New Roman" panose="02020603050405020304" pitchFamily="18" charset="0"/>
                <a:cs typeface="Times New Roman" panose="02020603050405020304" pitchFamily="18" charset="0"/>
              </a:rPr>
              <a:t>QUẢN LÍ THƯ VIỆN</a:t>
            </a:r>
          </a:p>
        </p:txBody>
      </p:sp>
      <p:sp>
        <p:nvSpPr>
          <p:cNvPr id="12" name="TextBox 11">
            <a:extLst>
              <a:ext uri="{FF2B5EF4-FFF2-40B4-BE49-F238E27FC236}">
                <a16:creationId xmlns:a16="http://schemas.microsoft.com/office/drawing/2014/main" id="{7A148494-DC90-9B7E-0787-EE94297BDC2C}"/>
              </a:ext>
            </a:extLst>
          </p:cNvPr>
          <p:cNvSpPr txBox="1"/>
          <p:nvPr/>
        </p:nvSpPr>
        <p:spPr>
          <a:xfrm>
            <a:off x="825499" y="1660347"/>
            <a:ext cx="10541000" cy="1015663"/>
          </a:xfrm>
          <a:prstGeom prst="rect">
            <a:avLst/>
          </a:prstGeom>
          <a:noFill/>
          <a:effectLst>
            <a:glow rad="228600">
              <a:schemeClr val="accent1">
                <a:satMod val="175000"/>
                <a:alpha val="40000"/>
              </a:schemeClr>
            </a:glow>
          </a:effectLst>
        </p:spPr>
        <p:txBody>
          <a:bodyPr wrap="square" rtlCol="0">
            <a:spAutoFit/>
          </a:bodyPr>
          <a:lstStyle/>
          <a:p>
            <a:pPr algn="ctr"/>
            <a:r>
              <a:rPr lang="en-US" sz="6000" b="1">
                <a:solidFill>
                  <a:schemeClr val="bg1"/>
                </a:solidFill>
                <a:effectLst/>
                <a:latin typeface="Times New Roman" panose="02020603050405020304" pitchFamily="18" charset="0"/>
                <a:cs typeface="Times New Roman" panose="02020603050405020304" pitchFamily="18" charset="0"/>
              </a:rPr>
              <a:t>PBL1:</a:t>
            </a:r>
          </a:p>
        </p:txBody>
      </p:sp>
      <p:sp>
        <p:nvSpPr>
          <p:cNvPr id="7" name="TextBox 6">
            <a:extLst>
              <a:ext uri="{FF2B5EF4-FFF2-40B4-BE49-F238E27FC236}">
                <a16:creationId xmlns:a16="http://schemas.microsoft.com/office/drawing/2014/main" id="{90EA9BD7-A578-CC95-A3FE-4D2C31BE1C7E}"/>
              </a:ext>
            </a:extLst>
          </p:cNvPr>
          <p:cNvSpPr txBox="1"/>
          <p:nvPr/>
        </p:nvSpPr>
        <p:spPr>
          <a:xfrm>
            <a:off x="2463758" y="4057804"/>
            <a:ext cx="3149601" cy="523220"/>
          </a:xfrm>
          <a:prstGeom prst="rect">
            <a:avLst/>
          </a:prstGeom>
          <a:noFill/>
          <a:effectLst>
            <a:glow rad="63500">
              <a:schemeClr val="accent5">
                <a:satMod val="175000"/>
                <a:alpha val="40000"/>
              </a:schemeClr>
            </a:glow>
          </a:effectLst>
        </p:spPr>
        <p:txBody>
          <a:bodyPr wrap="square" rtlCol="0">
            <a:spAutoFit/>
          </a:bodyPr>
          <a:lstStyle/>
          <a:p>
            <a:r>
              <a:rPr lang="en-US" sz="2800">
                <a:solidFill>
                  <a:schemeClr val="bg1"/>
                </a:solidFill>
                <a:latin typeface="Times New Roman" panose="02020603050405020304" pitchFamily="18" charset="0"/>
                <a:cs typeface="Times New Roman" panose="02020603050405020304" pitchFamily="18" charset="0"/>
              </a:rPr>
              <a:t>Sinh viên thực hiện: </a:t>
            </a:r>
          </a:p>
        </p:txBody>
      </p:sp>
      <p:sp>
        <p:nvSpPr>
          <p:cNvPr id="8" name="TextBox 7">
            <a:extLst>
              <a:ext uri="{FF2B5EF4-FFF2-40B4-BE49-F238E27FC236}">
                <a16:creationId xmlns:a16="http://schemas.microsoft.com/office/drawing/2014/main" id="{2EBE8E49-6ED6-D61A-03F7-EFAFBB6C93CB}"/>
              </a:ext>
            </a:extLst>
          </p:cNvPr>
          <p:cNvSpPr txBox="1"/>
          <p:nvPr/>
        </p:nvSpPr>
        <p:spPr>
          <a:xfrm>
            <a:off x="5892801" y="4038601"/>
            <a:ext cx="5089524" cy="523220"/>
          </a:xfrm>
          <a:prstGeom prst="rect">
            <a:avLst/>
          </a:prstGeom>
          <a:noFill/>
          <a:effectLst/>
          <a:scene3d>
            <a:camera prst="orthographicFront">
              <a:rot lat="0" lon="0" rev="0"/>
            </a:camera>
            <a:lightRig rig="threePt" dir="t"/>
          </a:scene3d>
        </p:spPr>
        <p:txBody>
          <a:bodyPr wrap="square" rtlCol="0">
            <a:spAutoFit/>
          </a:bodyPr>
          <a:lstStyle/>
          <a:p>
            <a:r>
              <a:rPr lang="en-US" sz="2800" err="1">
                <a:solidFill>
                  <a:schemeClr val="bg1"/>
                </a:solidFill>
                <a:latin typeface="Times New Roman" panose="02020603050405020304" pitchFamily="18" charset="0"/>
                <a:cs typeface="Times New Roman" panose="02020603050405020304" pitchFamily="18" charset="0"/>
              </a:rPr>
              <a:t>Trương</a:t>
            </a:r>
            <a:r>
              <a:rPr lang="en-US" sz="2800">
                <a:solidFill>
                  <a:schemeClr val="bg1"/>
                </a:solidFill>
                <a:latin typeface="Times New Roman" panose="02020603050405020304" pitchFamily="18" charset="0"/>
                <a:cs typeface="Times New Roman" panose="02020603050405020304" pitchFamily="18" charset="0"/>
              </a:rPr>
              <a:t> </a:t>
            </a:r>
            <a:r>
              <a:rPr lang="en-US" sz="2800" err="1">
                <a:solidFill>
                  <a:schemeClr val="bg1"/>
                </a:solidFill>
                <a:latin typeface="Times New Roman" panose="02020603050405020304" pitchFamily="18" charset="0"/>
                <a:cs typeface="Times New Roman" panose="02020603050405020304" pitchFamily="18" charset="0"/>
              </a:rPr>
              <a:t>Nhật</a:t>
            </a:r>
            <a:r>
              <a:rPr lang="en-US" sz="2800">
                <a:solidFill>
                  <a:schemeClr val="bg1"/>
                </a:solidFill>
                <a:latin typeface="Times New Roman" panose="02020603050405020304" pitchFamily="18" charset="0"/>
                <a:cs typeface="Times New Roman" panose="02020603050405020304" pitchFamily="18" charset="0"/>
              </a:rPr>
              <a:t> Hoàng</a:t>
            </a:r>
          </a:p>
        </p:txBody>
      </p:sp>
      <p:sp>
        <p:nvSpPr>
          <p:cNvPr id="11" name="TextBox 10">
            <a:extLst>
              <a:ext uri="{FF2B5EF4-FFF2-40B4-BE49-F238E27FC236}">
                <a16:creationId xmlns:a16="http://schemas.microsoft.com/office/drawing/2014/main" id="{6F67B9D7-D76E-07E5-7EB5-B3C6CB3B8583}"/>
              </a:ext>
            </a:extLst>
          </p:cNvPr>
          <p:cNvSpPr txBox="1"/>
          <p:nvPr/>
        </p:nvSpPr>
        <p:spPr>
          <a:xfrm>
            <a:off x="5892801" y="4660106"/>
            <a:ext cx="5089524" cy="523220"/>
          </a:xfrm>
          <a:prstGeom prst="rect">
            <a:avLst/>
          </a:prstGeom>
          <a:noFill/>
          <a:effectLst/>
          <a:scene3d>
            <a:camera prst="orthographicFront">
              <a:rot lat="0" lon="0" rev="0"/>
            </a:camera>
            <a:lightRig rig="threePt" dir="t"/>
          </a:scene3d>
        </p:spPr>
        <p:txBody>
          <a:bodyPr wrap="square" rtlCol="0">
            <a:spAutoFit/>
          </a:bodyPr>
          <a:lstStyle/>
          <a:p>
            <a:r>
              <a:rPr lang="en-US" sz="2800" err="1">
                <a:solidFill>
                  <a:schemeClr val="bg1"/>
                </a:solidFill>
                <a:latin typeface="Times New Roman" panose="02020603050405020304" pitchFamily="18" charset="0"/>
                <a:cs typeface="Times New Roman" panose="02020603050405020304" pitchFamily="18" charset="0"/>
              </a:rPr>
              <a:t>Huỳnh</a:t>
            </a:r>
            <a:r>
              <a:rPr lang="en-US" sz="2800">
                <a:solidFill>
                  <a:schemeClr val="bg1"/>
                </a:solidFill>
                <a:latin typeface="Times New Roman" panose="02020603050405020304" pitchFamily="18" charset="0"/>
                <a:cs typeface="Times New Roman" panose="02020603050405020304" pitchFamily="18" charset="0"/>
              </a:rPr>
              <a:t> </a:t>
            </a:r>
            <a:r>
              <a:rPr lang="en-US" sz="2800" err="1">
                <a:solidFill>
                  <a:schemeClr val="bg1"/>
                </a:solidFill>
                <a:latin typeface="Times New Roman" panose="02020603050405020304" pitchFamily="18" charset="0"/>
                <a:cs typeface="Times New Roman" panose="02020603050405020304" pitchFamily="18" charset="0"/>
              </a:rPr>
              <a:t>Ngọc</a:t>
            </a:r>
            <a:r>
              <a:rPr lang="en-US" sz="2800">
                <a:solidFill>
                  <a:schemeClr val="bg1"/>
                </a:solidFill>
                <a:latin typeface="Times New Roman" panose="02020603050405020304" pitchFamily="18" charset="0"/>
                <a:cs typeface="Times New Roman" panose="02020603050405020304" pitchFamily="18" charset="0"/>
              </a:rPr>
              <a:t> </a:t>
            </a:r>
            <a:r>
              <a:rPr lang="en-US" sz="2800" err="1">
                <a:solidFill>
                  <a:schemeClr val="bg1"/>
                </a:solidFill>
                <a:latin typeface="Times New Roman" panose="02020603050405020304" pitchFamily="18" charset="0"/>
                <a:cs typeface="Times New Roman" panose="02020603050405020304" pitchFamily="18" charset="0"/>
              </a:rPr>
              <a:t>Tịnh</a:t>
            </a:r>
            <a:r>
              <a:rPr lang="en-US" sz="2800">
                <a:solidFill>
                  <a:schemeClr val="bg1"/>
                </a:solidFill>
                <a:latin typeface="Times New Roman" panose="02020603050405020304" pitchFamily="18" charset="0"/>
                <a:cs typeface="Times New Roman" panose="02020603050405020304" pitchFamily="18" charset="0"/>
              </a:rPr>
              <a:t> Phong</a:t>
            </a:r>
          </a:p>
        </p:txBody>
      </p:sp>
      <p:sp>
        <p:nvSpPr>
          <p:cNvPr id="19" name="Rectangle: Top Corners Rounded 18">
            <a:extLst>
              <a:ext uri="{FF2B5EF4-FFF2-40B4-BE49-F238E27FC236}">
                <a16:creationId xmlns:a16="http://schemas.microsoft.com/office/drawing/2014/main" id="{E237D845-1B25-B60F-8347-93293DACB9D7}"/>
              </a:ext>
            </a:extLst>
          </p:cNvPr>
          <p:cNvSpPr/>
          <p:nvPr/>
        </p:nvSpPr>
        <p:spPr>
          <a:xfrm>
            <a:off x="634484" y="1424071"/>
            <a:ext cx="5068050" cy="318352"/>
          </a:xfrm>
          <a:prstGeom prst="round2SameRect">
            <a:avLst>
              <a:gd name="adj1" fmla="val 31373"/>
              <a:gd name="adj2"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Harvey Balls 20% outline">
            <a:extLst>
              <a:ext uri="{FF2B5EF4-FFF2-40B4-BE49-F238E27FC236}">
                <a16:creationId xmlns:a16="http://schemas.microsoft.com/office/drawing/2014/main" id="{8FF7EB33-1B21-8CCB-6D97-4955259DC12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83282" y="106075"/>
            <a:ext cx="1015663" cy="1015663"/>
          </a:xfrm>
          <a:prstGeom prst="rect">
            <a:avLst/>
          </a:prstGeom>
        </p:spPr>
      </p:pic>
      <p:pic>
        <p:nvPicPr>
          <p:cNvPr id="24" name="Graphic 23" descr="Harvey Balls 30% outline">
            <a:extLst>
              <a:ext uri="{FF2B5EF4-FFF2-40B4-BE49-F238E27FC236}">
                <a16:creationId xmlns:a16="http://schemas.microsoft.com/office/drawing/2014/main" id="{D58E0CD3-13A7-4EAE-7767-EA40BC00657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97696" y="106075"/>
            <a:ext cx="1015663" cy="1015663"/>
          </a:xfrm>
          <a:prstGeom prst="rect">
            <a:avLst/>
          </a:prstGeom>
        </p:spPr>
      </p:pic>
      <p:pic>
        <p:nvPicPr>
          <p:cNvPr id="26" name="Graphic 25" descr="Harvey Balls 35% outline">
            <a:extLst>
              <a:ext uri="{FF2B5EF4-FFF2-40B4-BE49-F238E27FC236}">
                <a16:creationId xmlns:a16="http://schemas.microsoft.com/office/drawing/2014/main" id="{F5F0446C-E82E-9726-A458-C165E9E086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12108" y="106075"/>
            <a:ext cx="1015663" cy="1015663"/>
          </a:xfrm>
          <a:prstGeom prst="rect">
            <a:avLst/>
          </a:prstGeom>
        </p:spPr>
      </p:pic>
      <p:pic>
        <p:nvPicPr>
          <p:cNvPr id="28" name="Graphic 27" descr="Harvey Balls 5% outline">
            <a:extLst>
              <a:ext uri="{FF2B5EF4-FFF2-40B4-BE49-F238E27FC236}">
                <a16:creationId xmlns:a16="http://schemas.microsoft.com/office/drawing/2014/main" id="{449BF41E-C7AF-B764-BE72-D04E54EC50E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38616" y="106075"/>
            <a:ext cx="1015663" cy="1015663"/>
          </a:xfrm>
          <a:prstGeom prst="rect">
            <a:avLst/>
          </a:prstGeom>
        </p:spPr>
      </p:pic>
      <p:pic>
        <p:nvPicPr>
          <p:cNvPr id="30" name="Graphic 29" descr="Harvey Balls 60% outline">
            <a:extLst>
              <a:ext uri="{FF2B5EF4-FFF2-40B4-BE49-F238E27FC236}">
                <a16:creationId xmlns:a16="http://schemas.microsoft.com/office/drawing/2014/main" id="{E05E115B-DCB0-D3DD-58DB-679F5D3A7C3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026522" y="106075"/>
            <a:ext cx="1015663" cy="1015663"/>
          </a:xfrm>
          <a:prstGeom prst="rect">
            <a:avLst/>
          </a:prstGeom>
        </p:spPr>
      </p:pic>
    </p:spTree>
    <p:extLst>
      <p:ext uri="{BB962C8B-B14F-4D97-AF65-F5344CB8AC3E}">
        <p14:creationId xmlns:p14="http://schemas.microsoft.com/office/powerpoint/2010/main" val="2338393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urple lines shaped into a wave">
            <a:extLst>
              <a:ext uri="{FF2B5EF4-FFF2-40B4-BE49-F238E27FC236}">
                <a16:creationId xmlns:a16="http://schemas.microsoft.com/office/drawing/2014/main" id="{6393B843-F8E8-A10F-422F-891457903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5" name="TextBox 4">
            <a:extLst>
              <a:ext uri="{FF2B5EF4-FFF2-40B4-BE49-F238E27FC236}">
                <a16:creationId xmlns:a16="http://schemas.microsoft.com/office/drawing/2014/main" id="{11962B2E-117F-3FEB-0C9F-B6E4D4D72E3B}"/>
              </a:ext>
            </a:extLst>
          </p:cNvPr>
          <p:cNvSpPr txBox="1"/>
          <p:nvPr/>
        </p:nvSpPr>
        <p:spPr>
          <a:xfrm>
            <a:off x="-280999" y="-142240"/>
            <a:ext cx="7221221" cy="954107"/>
          </a:xfrm>
          <a:prstGeom prst="rect">
            <a:avLst/>
          </a:prstGeom>
          <a:noFill/>
          <a:effectLst>
            <a:glow rad="228600">
              <a:schemeClr val="accent1">
                <a:satMod val="175000"/>
                <a:alpha val="40000"/>
              </a:schemeClr>
            </a:glow>
          </a:effectLst>
        </p:spPr>
        <p:txBody>
          <a:bodyPr wrap="square" rtlCol="0">
            <a:spAutoFit/>
          </a:bodyPr>
          <a:lstStyle/>
          <a:p>
            <a:pPr algn="ctr"/>
            <a:endParaRPr lang="en-US" sz="2800" b="1">
              <a:solidFill>
                <a:schemeClr val="bg1"/>
              </a:solidFill>
              <a:effectLst/>
              <a:latin typeface="Times New Roman" panose="02020603050405020304" pitchFamily="18" charset="0"/>
              <a:cs typeface="Times New Roman" panose="02020603050405020304" pitchFamily="18" charset="0"/>
            </a:endParaRPr>
          </a:p>
          <a:p>
            <a:pPr algn="ctr"/>
            <a:r>
              <a:rPr lang="en-US" sz="2800" b="1">
                <a:solidFill>
                  <a:schemeClr val="bg1"/>
                </a:solidFill>
                <a:effectLst/>
                <a:latin typeface="Times New Roman" panose="02020603050405020304" pitchFamily="18" charset="0"/>
                <a:cs typeface="Times New Roman" panose="02020603050405020304" pitchFamily="18" charset="0"/>
              </a:rPr>
              <a:t>QUẢN LÍ THƯ VIỆN</a:t>
            </a:r>
          </a:p>
        </p:txBody>
      </p:sp>
      <p:sp>
        <p:nvSpPr>
          <p:cNvPr id="6" name="TextBox 5">
            <a:extLst>
              <a:ext uri="{FF2B5EF4-FFF2-40B4-BE49-F238E27FC236}">
                <a16:creationId xmlns:a16="http://schemas.microsoft.com/office/drawing/2014/main" id="{C1326590-FCFE-84B4-35D7-09D9EE1E6987}"/>
              </a:ext>
            </a:extLst>
          </p:cNvPr>
          <p:cNvSpPr txBox="1"/>
          <p:nvPr/>
        </p:nvSpPr>
        <p:spPr>
          <a:xfrm>
            <a:off x="-2688347" y="288647"/>
            <a:ext cx="7221221" cy="523220"/>
          </a:xfrm>
          <a:prstGeom prst="rect">
            <a:avLst/>
          </a:prstGeom>
          <a:noFill/>
          <a:effectLst>
            <a:glow rad="228600">
              <a:schemeClr val="accent1">
                <a:satMod val="175000"/>
                <a:alpha val="40000"/>
              </a:schemeClr>
            </a:glow>
          </a:effectLst>
        </p:spPr>
        <p:txBody>
          <a:bodyPr wrap="square" rtlCol="0">
            <a:spAutoFit/>
          </a:bodyPr>
          <a:lstStyle/>
          <a:p>
            <a:pPr algn="ctr"/>
            <a:r>
              <a:rPr lang="en-US" sz="2800" b="1">
                <a:solidFill>
                  <a:schemeClr val="bg1"/>
                </a:solidFill>
                <a:effectLst/>
                <a:latin typeface="Times New Roman" panose="02020603050405020304" pitchFamily="18" charset="0"/>
                <a:cs typeface="Times New Roman" panose="02020603050405020304" pitchFamily="18" charset="0"/>
              </a:rPr>
              <a:t>PBL1:</a:t>
            </a:r>
          </a:p>
        </p:txBody>
      </p:sp>
      <p:sp>
        <p:nvSpPr>
          <p:cNvPr id="9" name="Rectangle: Top Corners Rounded 8">
            <a:extLst>
              <a:ext uri="{FF2B5EF4-FFF2-40B4-BE49-F238E27FC236}">
                <a16:creationId xmlns:a16="http://schemas.microsoft.com/office/drawing/2014/main" id="{29BB5BDF-2D83-FF98-A977-7A53EAB5C622}"/>
              </a:ext>
            </a:extLst>
          </p:cNvPr>
          <p:cNvSpPr/>
          <p:nvPr/>
        </p:nvSpPr>
        <p:spPr>
          <a:xfrm>
            <a:off x="543061" y="1409084"/>
            <a:ext cx="5068050" cy="5722829"/>
          </a:xfrm>
          <a:prstGeom prst="round2SameRect">
            <a:avLst>
              <a:gd name="adj1" fmla="val 31373"/>
              <a:gd name="adj2" fmla="val 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1370FC0-9F72-2D7D-9227-72DE7E3235A0}"/>
              </a:ext>
            </a:extLst>
          </p:cNvPr>
          <p:cNvSpPr txBox="1"/>
          <p:nvPr/>
        </p:nvSpPr>
        <p:spPr>
          <a:xfrm>
            <a:off x="1441309" y="2680723"/>
            <a:ext cx="3454399"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 </a:t>
            </a:r>
            <a:r>
              <a:rPr lang="en-US" sz="3200" b="1" err="1">
                <a:solidFill>
                  <a:schemeClr val="accent5">
                    <a:lumMod val="50000"/>
                  </a:schemeClr>
                </a:solidFill>
                <a:latin typeface="Times New Roman" panose="02020603050405020304" pitchFamily="18" charset="0"/>
                <a:cs typeface="Times New Roman" panose="02020603050405020304" pitchFamily="18" charset="0"/>
              </a:rPr>
              <a:t>Giới</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thiệu</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dự</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án</a:t>
            </a:r>
            <a:endParaRPr lang="en-US" sz="3200" b="1">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7275A56-0C7D-95CF-0899-1B4967ACB28B}"/>
              </a:ext>
            </a:extLst>
          </p:cNvPr>
          <p:cNvSpPr txBox="1"/>
          <p:nvPr/>
        </p:nvSpPr>
        <p:spPr>
          <a:xfrm>
            <a:off x="847962" y="3562229"/>
            <a:ext cx="2777064"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1. Ý </a:t>
            </a:r>
            <a:r>
              <a:rPr lang="en-US" sz="2800" err="1">
                <a:solidFill>
                  <a:schemeClr val="accent5">
                    <a:lumMod val="50000"/>
                  </a:schemeClr>
                </a:solidFill>
                <a:latin typeface="Times New Roman" panose="02020603050405020304" pitchFamily="18" charset="0"/>
                <a:cs typeface="Times New Roman" panose="02020603050405020304" pitchFamily="18" charset="0"/>
              </a:rPr>
              <a:t>tưởng</a:t>
            </a:r>
            <a:endParaRPr lang="en-US" sz="280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2C7A905-E6C5-51C8-12D8-0E6400AA10A5}"/>
              </a:ext>
            </a:extLst>
          </p:cNvPr>
          <p:cNvSpPr txBox="1"/>
          <p:nvPr/>
        </p:nvSpPr>
        <p:spPr>
          <a:xfrm>
            <a:off x="847962" y="4236469"/>
            <a:ext cx="5007021"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2. </a:t>
            </a:r>
            <a:r>
              <a:rPr lang="en-US" sz="2800" err="1">
                <a:solidFill>
                  <a:schemeClr val="accent5">
                    <a:lumMod val="50000"/>
                  </a:schemeClr>
                </a:solidFill>
                <a:latin typeface="Times New Roman" panose="02020603050405020304" pitchFamily="18" charset="0"/>
                <a:cs typeface="Times New Roman" panose="02020603050405020304" pitchFamily="18" charset="0"/>
              </a:rPr>
              <a:t>Chương</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trình</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quản</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lí</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thư</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viện</a:t>
            </a:r>
            <a:endParaRPr lang="en-US" sz="280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1055824-0F3D-84A3-9775-E66996AD15CA}"/>
              </a:ext>
            </a:extLst>
          </p:cNvPr>
          <p:cNvSpPr txBox="1"/>
          <p:nvPr/>
        </p:nvSpPr>
        <p:spPr>
          <a:xfrm>
            <a:off x="847961" y="4910710"/>
            <a:ext cx="4854571"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3. </a:t>
            </a:r>
            <a:r>
              <a:rPr lang="en-US" sz="2800" err="1">
                <a:solidFill>
                  <a:schemeClr val="accent5">
                    <a:lumMod val="50000"/>
                  </a:schemeClr>
                </a:solidFill>
                <a:latin typeface="Times New Roman" panose="02020603050405020304" pitchFamily="18" charset="0"/>
                <a:cs typeface="Times New Roman" panose="02020603050405020304" pitchFamily="18" charset="0"/>
              </a:rPr>
              <a:t>Điểm</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mạnh</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của</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chương</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trình</a:t>
            </a:r>
            <a:endParaRPr lang="en-US" sz="280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0" name="Rectangle: Top Corners Rounded 9">
            <a:extLst>
              <a:ext uri="{FF2B5EF4-FFF2-40B4-BE49-F238E27FC236}">
                <a16:creationId xmlns:a16="http://schemas.microsoft.com/office/drawing/2014/main" id="{F24E2DAA-9E34-1D28-3670-AEB0B91D4C3C}"/>
              </a:ext>
            </a:extLst>
          </p:cNvPr>
          <p:cNvSpPr/>
          <p:nvPr/>
        </p:nvSpPr>
        <p:spPr>
          <a:xfrm>
            <a:off x="6489468" y="1424070"/>
            <a:ext cx="5068050" cy="5722829"/>
          </a:xfrm>
          <a:prstGeom prst="round2SameRect">
            <a:avLst>
              <a:gd name="adj1" fmla="val 31373"/>
              <a:gd name="adj2" fmla="val 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73D4F3B-79BB-8A8C-AE9D-8C22FD148045}"/>
              </a:ext>
            </a:extLst>
          </p:cNvPr>
          <p:cNvSpPr txBox="1"/>
          <p:nvPr/>
        </p:nvSpPr>
        <p:spPr>
          <a:xfrm>
            <a:off x="6990505" y="2680724"/>
            <a:ext cx="4309846" cy="1077218"/>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pic>
        <p:nvPicPr>
          <p:cNvPr id="20" name="Graphic 19" descr="Books on shelf with solid fill">
            <a:extLst>
              <a:ext uri="{FF2B5EF4-FFF2-40B4-BE49-F238E27FC236}">
                <a16:creationId xmlns:a16="http://schemas.microsoft.com/office/drawing/2014/main" id="{E6A37263-3649-C19A-E7CB-C30F1253BF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4000" y="6867912"/>
            <a:ext cx="914400" cy="914400"/>
          </a:xfrm>
          <a:prstGeom prst="rect">
            <a:avLst/>
          </a:prstGeom>
        </p:spPr>
      </p:pic>
      <p:pic>
        <p:nvPicPr>
          <p:cNvPr id="22" name="Graphic 21" descr="Harvey Balls 20% outline">
            <a:extLst>
              <a:ext uri="{FF2B5EF4-FFF2-40B4-BE49-F238E27FC236}">
                <a16:creationId xmlns:a16="http://schemas.microsoft.com/office/drawing/2014/main" id="{B6B48851-2BAA-078E-D622-E2BC0F66550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094328">
            <a:off x="7572758" y="102306"/>
            <a:ext cx="771990" cy="709562"/>
          </a:xfrm>
          <a:prstGeom prst="rect">
            <a:avLst/>
          </a:prstGeom>
        </p:spPr>
      </p:pic>
      <p:pic>
        <p:nvPicPr>
          <p:cNvPr id="23" name="Graphic 22" descr="Harvey Balls 30% outline">
            <a:extLst>
              <a:ext uri="{FF2B5EF4-FFF2-40B4-BE49-F238E27FC236}">
                <a16:creationId xmlns:a16="http://schemas.microsoft.com/office/drawing/2014/main" id="{984D43F7-5EBC-8215-9308-3F4C395D001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94328">
            <a:off x="8495816" y="102306"/>
            <a:ext cx="771990" cy="709562"/>
          </a:xfrm>
          <a:prstGeom prst="rect">
            <a:avLst/>
          </a:prstGeom>
        </p:spPr>
      </p:pic>
      <p:pic>
        <p:nvPicPr>
          <p:cNvPr id="24" name="Graphic 23" descr="Harvey Balls 35% outline">
            <a:extLst>
              <a:ext uri="{FF2B5EF4-FFF2-40B4-BE49-F238E27FC236}">
                <a16:creationId xmlns:a16="http://schemas.microsoft.com/office/drawing/2014/main" id="{5910E33A-112F-96B0-45F9-EBF727322D8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2094328">
            <a:off x="9418872" y="102306"/>
            <a:ext cx="771990" cy="709562"/>
          </a:xfrm>
          <a:prstGeom prst="rect">
            <a:avLst/>
          </a:prstGeom>
        </p:spPr>
      </p:pic>
      <p:pic>
        <p:nvPicPr>
          <p:cNvPr id="25" name="Graphic 24" descr="Harvey Balls 5% outline">
            <a:extLst>
              <a:ext uri="{FF2B5EF4-FFF2-40B4-BE49-F238E27FC236}">
                <a16:creationId xmlns:a16="http://schemas.microsoft.com/office/drawing/2014/main" id="{CFF5D0C7-D17D-A306-29C6-4CEA00327FE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2094328">
            <a:off x="11263224" y="102306"/>
            <a:ext cx="771990" cy="709562"/>
          </a:xfrm>
          <a:prstGeom prst="rect">
            <a:avLst/>
          </a:prstGeom>
        </p:spPr>
      </p:pic>
      <p:pic>
        <p:nvPicPr>
          <p:cNvPr id="26" name="Graphic 25" descr="Harvey Balls 60% outline">
            <a:extLst>
              <a:ext uri="{FF2B5EF4-FFF2-40B4-BE49-F238E27FC236}">
                <a16:creationId xmlns:a16="http://schemas.microsoft.com/office/drawing/2014/main" id="{8B7343CE-8277-0517-54DC-BB40D05A003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2094328">
            <a:off x="10341930" y="102306"/>
            <a:ext cx="771990" cy="709562"/>
          </a:xfrm>
          <a:prstGeom prst="rect">
            <a:avLst/>
          </a:prstGeom>
        </p:spPr>
      </p:pic>
    </p:spTree>
    <p:extLst>
      <p:ext uri="{BB962C8B-B14F-4D97-AF65-F5344CB8AC3E}">
        <p14:creationId xmlns:p14="http://schemas.microsoft.com/office/powerpoint/2010/main" val="287762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fill="hold" nodeType="withEffect">
                                  <p:stCondLst>
                                    <p:cond delay="0"/>
                                  </p:stCondLst>
                                  <p:childTnLst>
                                    <p:animRot by="21600000">
                                      <p:cBhvr>
                                        <p:cTn id="8" dur="5000" fill="hold"/>
                                        <p:tgtEl>
                                          <p:spTgt spid="24"/>
                                        </p:tgtEl>
                                        <p:attrNameLst>
                                          <p:attrName>r</p:attrName>
                                        </p:attrNameLst>
                                      </p:cBhvr>
                                    </p:animRot>
                                  </p:childTnLst>
                                </p:cTn>
                              </p:par>
                              <p:par>
                                <p:cTn id="9" presetID="8" presetClass="emph" presetSubtype="0" fill="hold" nodeType="withEffect">
                                  <p:stCondLst>
                                    <p:cond delay="0"/>
                                  </p:stCondLst>
                                  <p:childTnLst>
                                    <p:animRot by="21600000">
                                      <p:cBhvr>
                                        <p:cTn id="10" dur="5000" fill="hold"/>
                                        <p:tgtEl>
                                          <p:spTgt spid="26"/>
                                        </p:tgtEl>
                                        <p:attrNameLst>
                                          <p:attrName>r</p:attrName>
                                        </p:attrNameLst>
                                      </p:cBhvr>
                                    </p:animRot>
                                  </p:childTnLst>
                                </p:cTn>
                              </p:par>
                              <p:par>
                                <p:cTn id="11" presetID="8" presetClass="emph" presetSubtype="0" fill="hold" nodeType="withEffect">
                                  <p:stCondLst>
                                    <p:cond delay="0"/>
                                  </p:stCondLst>
                                  <p:childTnLst>
                                    <p:animRot by="21600000">
                                      <p:cBhvr>
                                        <p:cTn id="12" dur="5000" fill="hold"/>
                                        <p:tgtEl>
                                          <p:spTgt spid="25"/>
                                        </p:tgtEl>
                                        <p:attrNameLst>
                                          <p:attrName>r</p:attrName>
                                        </p:attrNameLst>
                                      </p:cBhvr>
                                    </p:animRot>
                                  </p:childTnLst>
                                </p:cTn>
                              </p:par>
                              <p:par>
                                <p:cTn id="13" presetID="8" presetClass="emph" presetSubtype="0" fill="hold" nodeType="withEffect">
                                  <p:stCondLst>
                                    <p:cond delay="0"/>
                                  </p:stCondLst>
                                  <p:childTnLst>
                                    <p:animRot by="21600000">
                                      <p:cBhvr>
                                        <p:cTn id="14" dur="5000" fill="hold"/>
                                        <p:tgtEl>
                                          <p:spTgt spid="23"/>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up)">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up)">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up)">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6" grpId="0"/>
      <p:bldP spid="10" grpId="0" animBg="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urple lines shaped into a wave">
            <a:extLst>
              <a:ext uri="{FF2B5EF4-FFF2-40B4-BE49-F238E27FC236}">
                <a16:creationId xmlns:a16="http://schemas.microsoft.com/office/drawing/2014/main" id="{6393B843-F8E8-A10F-422F-891457903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5" name="TextBox 4">
            <a:extLst>
              <a:ext uri="{FF2B5EF4-FFF2-40B4-BE49-F238E27FC236}">
                <a16:creationId xmlns:a16="http://schemas.microsoft.com/office/drawing/2014/main" id="{11962B2E-117F-3FEB-0C9F-B6E4D4D72E3B}"/>
              </a:ext>
            </a:extLst>
          </p:cNvPr>
          <p:cNvSpPr txBox="1"/>
          <p:nvPr/>
        </p:nvSpPr>
        <p:spPr>
          <a:xfrm>
            <a:off x="-280999" y="-142240"/>
            <a:ext cx="7221221" cy="954107"/>
          </a:xfrm>
          <a:prstGeom prst="rect">
            <a:avLst/>
          </a:prstGeom>
          <a:noFill/>
          <a:effectLst>
            <a:glow rad="228600">
              <a:schemeClr val="accent1">
                <a:satMod val="175000"/>
                <a:alpha val="40000"/>
              </a:schemeClr>
            </a:glow>
          </a:effectLst>
        </p:spPr>
        <p:txBody>
          <a:bodyPr wrap="square" rtlCol="0">
            <a:spAutoFit/>
          </a:bodyPr>
          <a:lstStyle/>
          <a:p>
            <a:pPr algn="ctr"/>
            <a:endParaRPr lang="en-US" sz="2800" b="1">
              <a:solidFill>
                <a:schemeClr val="bg1"/>
              </a:solidFill>
              <a:effectLst/>
              <a:latin typeface="Times New Roman" panose="02020603050405020304" pitchFamily="18" charset="0"/>
              <a:cs typeface="Times New Roman" panose="02020603050405020304" pitchFamily="18" charset="0"/>
            </a:endParaRPr>
          </a:p>
          <a:p>
            <a:pPr algn="ctr"/>
            <a:r>
              <a:rPr lang="en-US" sz="2800" b="1">
                <a:solidFill>
                  <a:schemeClr val="bg1"/>
                </a:solidFill>
                <a:effectLst/>
                <a:latin typeface="Times New Roman" panose="02020603050405020304" pitchFamily="18" charset="0"/>
                <a:cs typeface="Times New Roman" panose="02020603050405020304" pitchFamily="18" charset="0"/>
              </a:rPr>
              <a:t>QUẢN LÍ THƯ VIỆN</a:t>
            </a:r>
          </a:p>
        </p:txBody>
      </p:sp>
      <p:sp>
        <p:nvSpPr>
          <p:cNvPr id="6" name="TextBox 5">
            <a:extLst>
              <a:ext uri="{FF2B5EF4-FFF2-40B4-BE49-F238E27FC236}">
                <a16:creationId xmlns:a16="http://schemas.microsoft.com/office/drawing/2014/main" id="{C1326590-FCFE-84B4-35D7-09D9EE1E6987}"/>
              </a:ext>
            </a:extLst>
          </p:cNvPr>
          <p:cNvSpPr txBox="1"/>
          <p:nvPr/>
        </p:nvSpPr>
        <p:spPr>
          <a:xfrm>
            <a:off x="-2688347" y="288647"/>
            <a:ext cx="7221221" cy="523220"/>
          </a:xfrm>
          <a:prstGeom prst="rect">
            <a:avLst/>
          </a:prstGeom>
          <a:noFill/>
          <a:effectLst>
            <a:glow rad="228600">
              <a:schemeClr val="accent1">
                <a:satMod val="175000"/>
                <a:alpha val="40000"/>
              </a:schemeClr>
            </a:glow>
          </a:effectLst>
        </p:spPr>
        <p:txBody>
          <a:bodyPr wrap="square" rtlCol="0">
            <a:spAutoFit/>
          </a:bodyPr>
          <a:lstStyle/>
          <a:p>
            <a:pPr algn="ctr"/>
            <a:r>
              <a:rPr lang="en-US" sz="2800" b="1">
                <a:solidFill>
                  <a:schemeClr val="bg1"/>
                </a:solidFill>
                <a:effectLst/>
                <a:latin typeface="Times New Roman" panose="02020603050405020304" pitchFamily="18" charset="0"/>
                <a:cs typeface="Times New Roman" panose="02020603050405020304" pitchFamily="18" charset="0"/>
              </a:rPr>
              <a:t>PBL1:</a:t>
            </a:r>
          </a:p>
        </p:txBody>
      </p:sp>
      <p:sp>
        <p:nvSpPr>
          <p:cNvPr id="11" name="TextBox 10">
            <a:extLst>
              <a:ext uri="{FF2B5EF4-FFF2-40B4-BE49-F238E27FC236}">
                <a16:creationId xmlns:a16="http://schemas.microsoft.com/office/drawing/2014/main" id="{E1370FC0-9F72-2D7D-9227-72DE7E3235A0}"/>
              </a:ext>
            </a:extLst>
          </p:cNvPr>
          <p:cNvSpPr txBox="1"/>
          <p:nvPr/>
        </p:nvSpPr>
        <p:spPr>
          <a:xfrm>
            <a:off x="1441309" y="2680723"/>
            <a:ext cx="3454399"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 </a:t>
            </a:r>
            <a:r>
              <a:rPr lang="en-US" sz="3200" b="1" err="1">
                <a:solidFill>
                  <a:schemeClr val="accent5">
                    <a:lumMod val="50000"/>
                  </a:schemeClr>
                </a:solidFill>
                <a:latin typeface="Times New Roman" panose="02020603050405020304" pitchFamily="18" charset="0"/>
                <a:cs typeface="Times New Roman" panose="02020603050405020304" pitchFamily="18" charset="0"/>
              </a:rPr>
              <a:t>Giới</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thiệu</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dự</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án</a:t>
            </a:r>
            <a:endParaRPr lang="en-US" sz="3200" b="1">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7275A56-0C7D-95CF-0899-1B4967ACB28B}"/>
              </a:ext>
            </a:extLst>
          </p:cNvPr>
          <p:cNvSpPr txBox="1"/>
          <p:nvPr/>
        </p:nvSpPr>
        <p:spPr>
          <a:xfrm>
            <a:off x="847962" y="3562229"/>
            <a:ext cx="2777064"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1. Ý </a:t>
            </a:r>
            <a:r>
              <a:rPr lang="en-US" sz="2800" err="1">
                <a:solidFill>
                  <a:schemeClr val="accent5">
                    <a:lumMod val="50000"/>
                  </a:schemeClr>
                </a:solidFill>
                <a:latin typeface="Times New Roman" panose="02020603050405020304" pitchFamily="18" charset="0"/>
                <a:cs typeface="Times New Roman" panose="02020603050405020304" pitchFamily="18" charset="0"/>
              </a:rPr>
              <a:t>tưởng</a:t>
            </a:r>
            <a:endParaRPr lang="en-US" sz="280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2C7A905-E6C5-51C8-12D8-0E6400AA10A5}"/>
              </a:ext>
            </a:extLst>
          </p:cNvPr>
          <p:cNvSpPr txBox="1"/>
          <p:nvPr/>
        </p:nvSpPr>
        <p:spPr>
          <a:xfrm>
            <a:off x="847962" y="4236469"/>
            <a:ext cx="5007021"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2. </a:t>
            </a:r>
            <a:r>
              <a:rPr lang="en-US" sz="2800" err="1">
                <a:solidFill>
                  <a:schemeClr val="accent5">
                    <a:lumMod val="50000"/>
                  </a:schemeClr>
                </a:solidFill>
                <a:latin typeface="Times New Roman" panose="02020603050405020304" pitchFamily="18" charset="0"/>
                <a:cs typeface="Times New Roman" panose="02020603050405020304" pitchFamily="18" charset="0"/>
              </a:rPr>
              <a:t>Chương</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trình</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quản</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lí</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thư</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viện</a:t>
            </a:r>
            <a:endParaRPr lang="en-US" sz="280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1055824-0F3D-84A3-9775-E66996AD15CA}"/>
              </a:ext>
            </a:extLst>
          </p:cNvPr>
          <p:cNvSpPr txBox="1"/>
          <p:nvPr/>
        </p:nvSpPr>
        <p:spPr>
          <a:xfrm>
            <a:off x="847961" y="4910710"/>
            <a:ext cx="4854571"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3. </a:t>
            </a:r>
            <a:r>
              <a:rPr lang="en-US" sz="2800" err="1">
                <a:solidFill>
                  <a:schemeClr val="accent5">
                    <a:lumMod val="50000"/>
                  </a:schemeClr>
                </a:solidFill>
                <a:latin typeface="Times New Roman" panose="02020603050405020304" pitchFamily="18" charset="0"/>
                <a:cs typeface="Times New Roman" panose="02020603050405020304" pitchFamily="18" charset="0"/>
              </a:rPr>
              <a:t>Điểm</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mạnh</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của</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chương</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trình</a:t>
            </a:r>
            <a:endParaRPr lang="en-US" sz="280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73D4F3B-79BB-8A8C-AE9D-8C22FD148045}"/>
              </a:ext>
            </a:extLst>
          </p:cNvPr>
          <p:cNvSpPr txBox="1"/>
          <p:nvPr/>
        </p:nvSpPr>
        <p:spPr>
          <a:xfrm>
            <a:off x="6990505" y="2680724"/>
            <a:ext cx="4309846"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a:t>
            </a:r>
            <a:r>
              <a:rPr lang="en-US" sz="3200" b="1" err="1">
                <a:solidFill>
                  <a:schemeClr val="accent5">
                    <a:lumMod val="50000"/>
                  </a:schemeClr>
                </a:solidFill>
                <a:latin typeface="Times New Roman" panose="02020603050405020304" pitchFamily="18" charset="0"/>
                <a:cs typeface="Times New Roman" panose="02020603050405020304" pitchFamily="18" charset="0"/>
              </a:rPr>
              <a:t>Phân</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tích</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hệ</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thống</a:t>
            </a:r>
            <a:endParaRPr lang="en-US" sz="3200" b="1">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AB056B27-1AA5-4D3B-7F53-F0A0A38D8331}"/>
              </a:ext>
            </a:extLst>
          </p:cNvPr>
          <p:cNvSpPr txBox="1"/>
          <p:nvPr/>
        </p:nvSpPr>
        <p:spPr>
          <a:xfrm>
            <a:off x="6641917" y="3562229"/>
            <a:ext cx="491559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1. </a:t>
            </a:r>
            <a:r>
              <a:rPr lang="en-US" sz="2800" err="1">
                <a:solidFill>
                  <a:schemeClr val="accent5">
                    <a:lumMod val="50000"/>
                  </a:schemeClr>
                </a:solidFill>
                <a:latin typeface="Times New Roman" panose="02020603050405020304" pitchFamily="18" charset="0"/>
                <a:cs typeface="Times New Roman" panose="02020603050405020304" pitchFamily="18" charset="0"/>
              </a:rPr>
              <a:t>Phân</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tích</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các</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đối</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tượng</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chính</a:t>
            </a:r>
            <a:endParaRPr lang="en-US" sz="280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A44151CE-7C81-A632-A2F4-6A04CC2B7635}"/>
              </a:ext>
            </a:extLst>
          </p:cNvPr>
          <p:cNvSpPr txBox="1"/>
          <p:nvPr/>
        </p:nvSpPr>
        <p:spPr>
          <a:xfrm>
            <a:off x="6641918" y="4236469"/>
            <a:ext cx="5007021" cy="954107"/>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2. </a:t>
            </a:r>
            <a:r>
              <a:rPr lang="en-US" sz="2800" err="1">
                <a:solidFill>
                  <a:schemeClr val="accent5">
                    <a:lumMod val="50000"/>
                  </a:schemeClr>
                </a:solidFill>
                <a:latin typeface="Times New Roman" panose="02020603050405020304" pitchFamily="18" charset="0"/>
                <a:cs typeface="Times New Roman" panose="02020603050405020304" pitchFamily="18" charset="0"/>
              </a:rPr>
              <a:t>Sơ</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đồ</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dòng</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dữ</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liệu</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trong</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hệ</a:t>
            </a:r>
            <a:r>
              <a:rPr lang="en-US" sz="2800">
                <a:solidFill>
                  <a:schemeClr val="accent5">
                    <a:lumMod val="50000"/>
                  </a:schemeClr>
                </a:solidFill>
                <a:latin typeface="Times New Roman" panose="02020603050405020304" pitchFamily="18" charset="0"/>
                <a:cs typeface="Times New Roman" panose="02020603050405020304" pitchFamily="18" charset="0"/>
              </a:rPr>
              <a:t> </a:t>
            </a:r>
            <a:r>
              <a:rPr lang="en-US" sz="2800" err="1">
                <a:solidFill>
                  <a:schemeClr val="accent5">
                    <a:lumMod val="50000"/>
                  </a:schemeClr>
                </a:solidFill>
                <a:latin typeface="Times New Roman" panose="02020603050405020304" pitchFamily="18" charset="0"/>
                <a:cs typeface="Times New Roman" panose="02020603050405020304" pitchFamily="18" charset="0"/>
              </a:rPr>
              <a:t>thống</a:t>
            </a:r>
            <a:endParaRPr lang="en-US" sz="2800">
              <a:solidFill>
                <a:schemeClr val="accent5">
                  <a:lumMod val="50000"/>
                </a:schemeClr>
              </a:solidFill>
              <a:latin typeface="Times New Roman" panose="02020603050405020304" pitchFamily="18" charset="0"/>
              <a:cs typeface="Times New Roman" panose="02020603050405020304" pitchFamily="18" charset="0"/>
            </a:endParaRPr>
          </a:p>
        </p:txBody>
      </p:sp>
      <p:pic>
        <p:nvPicPr>
          <p:cNvPr id="20" name="Graphic 19" descr="Books on shelf with solid fill">
            <a:extLst>
              <a:ext uri="{FF2B5EF4-FFF2-40B4-BE49-F238E27FC236}">
                <a16:creationId xmlns:a16="http://schemas.microsoft.com/office/drawing/2014/main" id="{E6A37263-3649-C19A-E7CB-C30F1253BF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4000" y="6867912"/>
            <a:ext cx="914400" cy="914400"/>
          </a:xfrm>
          <a:prstGeom prst="rect">
            <a:avLst/>
          </a:prstGeom>
        </p:spPr>
      </p:pic>
      <p:pic>
        <p:nvPicPr>
          <p:cNvPr id="22" name="Graphic 21" descr="Harvey Balls 20% outline">
            <a:extLst>
              <a:ext uri="{FF2B5EF4-FFF2-40B4-BE49-F238E27FC236}">
                <a16:creationId xmlns:a16="http://schemas.microsoft.com/office/drawing/2014/main" id="{B6B48851-2BAA-078E-D622-E2BC0F66550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094328">
            <a:off x="7572758" y="102306"/>
            <a:ext cx="771990" cy="709562"/>
          </a:xfrm>
          <a:prstGeom prst="rect">
            <a:avLst/>
          </a:prstGeom>
        </p:spPr>
      </p:pic>
      <p:pic>
        <p:nvPicPr>
          <p:cNvPr id="23" name="Graphic 22" descr="Harvey Balls 30% outline">
            <a:extLst>
              <a:ext uri="{FF2B5EF4-FFF2-40B4-BE49-F238E27FC236}">
                <a16:creationId xmlns:a16="http://schemas.microsoft.com/office/drawing/2014/main" id="{984D43F7-5EBC-8215-9308-3F4C395D001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94328">
            <a:off x="8495816" y="102306"/>
            <a:ext cx="771990" cy="709562"/>
          </a:xfrm>
          <a:prstGeom prst="rect">
            <a:avLst/>
          </a:prstGeom>
        </p:spPr>
      </p:pic>
      <p:pic>
        <p:nvPicPr>
          <p:cNvPr id="24" name="Graphic 23" descr="Harvey Balls 35% outline">
            <a:extLst>
              <a:ext uri="{FF2B5EF4-FFF2-40B4-BE49-F238E27FC236}">
                <a16:creationId xmlns:a16="http://schemas.microsoft.com/office/drawing/2014/main" id="{5910E33A-112F-96B0-45F9-EBF727322D8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2094328">
            <a:off x="9418872" y="102306"/>
            <a:ext cx="771990" cy="709562"/>
          </a:xfrm>
          <a:prstGeom prst="rect">
            <a:avLst/>
          </a:prstGeom>
        </p:spPr>
      </p:pic>
      <p:pic>
        <p:nvPicPr>
          <p:cNvPr id="25" name="Graphic 24" descr="Harvey Balls 5% outline">
            <a:extLst>
              <a:ext uri="{FF2B5EF4-FFF2-40B4-BE49-F238E27FC236}">
                <a16:creationId xmlns:a16="http://schemas.microsoft.com/office/drawing/2014/main" id="{CFF5D0C7-D17D-A306-29C6-4CEA00327FE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2094328">
            <a:off x="11263224" y="102306"/>
            <a:ext cx="771990" cy="709562"/>
          </a:xfrm>
          <a:prstGeom prst="rect">
            <a:avLst/>
          </a:prstGeom>
        </p:spPr>
      </p:pic>
      <p:pic>
        <p:nvPicPr>
          <p:cNvPr id="26" name="Graphic 25" descr="Harvey Balls 60% outline">
            <a:extLst>
              <a:ext uri="{FF2B5EF4-FFF2-40B4-BE49-F238E27FC236}">
                <a16:creationId xmlns:a16="http://schemas.microsoft.com/office/drawing/2014/main" id="{8B7343CE-8277-0517-54DC-BB40D05A003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2094328">
            <a:off x="10341930" y="102306"/>
            <a:ext cx="771990" cy="709562"/>
          </a:xfrm>
          <a:prstGeom prst="rect">
            <a:avLst/>
          </a:prstGeom>
        </p:spPr>
      </p:pic>
      <p:sp>
        <p:nvSpPr>
          <p:cNvPr id="3" name="Rectangle: Top Corners Rounded 2">
            <a:extLst>
              <a:ext uri="{FF2B5EF4-FFF2-40B4-BE49-F238E27FC236}">
                <a16:creationId xmlns:a16="http://schemas.microsoft.com/office/drawing/2014/main" id="{BE8FD45C-0814-7080-EFFF-1FC7D4D1EAF3}"/>
              </a:ext>
            </a:extLst>
          </p:cNvPr>
          <p:cNvSpPr/>
          <p:nvPr/>
        </p:nvSpPr>
        <p:spPr>
          <a:xfrm>
            <a:off x="3275246" y="1242754"/>
            <a:ext cx="5068050" cy="5722829"/>
          </a:xfrm>
          <a:prstGeom prst="round2SameRect">
            <a:avLst>
              <a:gd name="adj1" fmla="val 31373"/>
              <a:gd name="adj2" fmla="val 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6A81E58-2E1D-6483-BF1C-22A7AE8FBC21}"/>
              </a:ext>
            </a:extLst>
          </p:cNvPr>
          <p:cNvSpPr txBox="1"/>
          <p:nvPr/>
        </p:nvSpPr>
        <p:spPr>
          <a:xfrm>
            <a:off x="3383577" y="2427991"/>
            <a:ext cx="4493650" cy="1077218"/>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III. Kết quả chương trình và nhận xét</a:t>
            </a:r>
          </a:p>
        </p:txBody>
      </p:sp>
    </p:spTree>
    <p:extLst>
      <p:ext uri="{BB962C8B-B14F-4D97-AF65-F5344CB8AC3E}">
        <p14:creationId xmlns:p14="http://schemas.microsoft.com/office/powerpoint/2010/main" val="32476500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fill="hold" nodeType="withEffect">
                                  <p:stCondLst>
                                    <p:cond delay="0"/>
                                  </p:stCondLst>
                                  <p:childTnLst>
                                    <p:animRot by="21600000">
                                      <p:cBhvr>
                                        <p:cTn id="8" dur="5000" fill="hold"/>
                                        <p:tgtEl>
                                          <p:spTgt spid="24"/>
                                        </p:tgtEl>
                                        <p:attrNameLst>
                                          <p:attrName>r</p:attrName>
                                        </p:attrNameLst>
                                      </p:cBhvr>
                                    </p:animRot>
                                  </p:childTnLst>
                                </p:cTn>
                              </p:par>
                              <p:par>
                                <p:cTn id="9" presetID="8" presetClass="emph" presetSubtype="0" fill="hold" nodeType="withEffect">
                                  <p:stCondLst>
                                    <p:cond delay="0"/>
                                  </p:stCondLst>
                                  <p:childTnLst>
                                    <p:animRot by="21600000">
                                      <p:cBhvr>
                                        <p:cTn id="10" dur="5000" fill="hold"/>
                                        <p:tgtEl>
                                          <p:spTgt spid="26"/>
                                        </p:tgtEl>
                                        <p:attrNameLst>
                                          <p:attrName>r</p:attrName>
                                        </p:attrNameLst>
                                      </p:cBhvr>
                                    </p:animRot>
                                  </p:childTnLst>
                                </p:cTn>
                              </p:par>
                              <p:par>
                                <p:cTn id="11" presetID="8" presetClass="emph" presetSubtype="0" fill="hold" nodeType="withEffect">
                                  <p:stCondLst>
                                    <p:cond delay="0"/>
                                  </p:stCondLst>
                                  <p:childTnLst>
                                    <p:animRot by="21600000">
                                      <p:cBhvr>
                                        <p:cTn id="12" dur="5000" fill="hold"/>
                                        <p:tgtEl>
                                          <p:spTgt spid="25"/>
                                        </p:tgtEl>
                                        <p:attrNameLst>
                                          <p:attrName>r</p:attrName>
                                        </p:attrNameLst>
                                      </p:cBhvr>
                                    </p:animRot>
                                  </p:childTnLst>
                                </p:cTn>
                              </p:par>
                              <p:par>
                                <p:cTn id="13" presetID="8" presetClass="emph" presetSubtype="0" fill="hold" nodeType="withEffect">
                                  <p:stCondLst>
                                    <p:cond delay="0"/>
                                  </p:stCondLst>
                                  <p:childTnLst>
                                    <p:animRot by="21600000">
                                      <p:cBhvr>
                                        <p:cTn id="14" dur="5000" fill="hold"/>
                                        <p:tgtEl>
                                          <p:spTgt spid="23"/>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up)">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up)">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up)">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up)">
                                      <p:cBhvr>
                                        <p:cTn id="5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6" grpId="0"/>
      <p:bldP spid="12" grpId="0"/>
      <p:bldP spid="17" grpId="0"/>
      <p:bldP spid="18"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5" name="Rectangle: Top Corners Rounded 4">
            <a:extLst>
              <a:ext uri="{FF2B5EF4-FFF2-40B4-BE49-F238E27FC236}">
                <a16:creationId xmlns:a16="http://schemas.microsoft.com/office/drawing/2014/main" id="{7741EAA8-6EBC-CA32-18B7-4F1FFB0D9F37}"/>
              </a:ext>
            </a:extLst>
          </p:cNvPr>
          <p:cNvSpPr/>
          <p:nvPr/>
        </p:nvSpPr>
        <p:spPr>
          <a:xfrm>
            <a:off x="-1418024" y="-8077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4E3A27-6803-1024-BE56-ABF66B0C106B}"/>
              </a:ext>
            </a:extLst>
          </p:cNvPr>
          <p:cNvSpPr txBox="1"/>
          <p:nvPr/>
        </p:nvSpPr>
        <p:spPr>
          <a:xfrm>
            <a:off x="3953651" y="125936"/>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AB633F-C683-E09C-1780-63068E7D667F}"/>
              </a:ext>
            </a:extLst>
          </p:cNvPr>
          <p:cNvSpPr txBox="1"/>
          <p:nvPr/>
        </p:nvSpPr>
        <p:spPr>
          <a:xfrm>
            <a:off x="369030" y="1078109"/>
            <a:ext cx="3444558"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1. Ý </a:t>
            </a:r>
            <a:r>
              <a:rPr lang="en-US" sz="3200" err="1">
                <a:solidFill>
                  <a:schemeClr val="bg1"/>
                </a:solidFill>
                <a:latin typeface="Times New Roman" panose="02020603050405020304" pitchFamily="18" charset="0"/>
                <a:cs typeface="Times New Roman" panose="02020603050405020304" pitchFamily="18" charset="0"/>
              </a:rPr>
              <a:t>tưởng</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48047D5-E60E-A395-185C-DED2338FFA11}"/>
              </a:ext>
            </a:extLst>
          </p:cNvPr>
          <p:cNvSpPr txBox="1"/>
          <p:nvPr/>
        </p:nvSpPr>
        <p:spPr>
          <a:xfrm>
            <a:off x="707984" y="2008108"/>
            <a:ext cx="10776030" cy="954107"/>
          </a:xfrm>
          <a:prstGeom prst="rect">
            <a:avLst/>
          </a:prstGeom>
          <a:noFill/>
        </p:spPr>
        <p:txBody>
          <a:bodyPr wrap="square" rtlCol="0">
            <a:spAutoFit/>
          </a:bodyPr>
          <a:lstStyle/>
          <a:p>
            <a:pPr algn="just"/>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Sách là kho tàng tri thức nhân loại, và thư viện là nơi lưu trữ những quyển sách quý giá này.</a:t>
            </a:r>
            <a:endParaRPr lang="en-US" sz="280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0F40889-AC35-548F-A4D4-A624A2697266}"/>
              </a:ext>
            </a:extLst>
          </p:cNvPr>
          <p:cNvSpPr txBox="1"/>
          <p:nvPr/>
        </p:nvSpPr>
        <p:spPr>
          <a:xfrm>
            <a:off x="12164790"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2.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quản</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lí</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thư</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viện</a:t>
            </a:r>
            <a:r>
              <a:rPr lang="en-US" sz="3200">
                <a:solidFill>
                  <a:schemeClr val="bg1"/>
                </a:solidFill>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00417016-25A4-BDC1-4854-02C79712DECB}"/>
              </a:ext>
            </a:extLst>
          </p:cNvPr>
          <p:cNvSpPr txBox="1"/>
          <p:nvPr/>
        </p:nvSpPr>
        <p:spPr>
          <a:xfrm>
            <a:off x="707984" y="3198167"/>
            <a:ext cx="10776030" cy="523220"/>
          </a:xfrm>
          <a:prstGeom prst="rect">
            <a:avLst/>
          </a:prstGeom>
          <a:noFill/>
        </p:spPr>
        <p:txBody>
          <a:bodyPr wrap="square" rtlCol="0">
            <a:spAutoFit/>
          </a:bodyPr>
          <a:lstStyle/>
          <a:p>
            <a:pPr algn="just"/>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Khi số lượng sách tăng lên, việc quản l</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í</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thư viện trở nên phức tạp hơn</a:t>
            </a:r>
            <a:endParaRPr lang="en-US" sz="280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556884C-592C-CBCE-2399-8360FB1D1415}"/>
              </a:ext>
            </a:extLst>
          </p:cNvPr>
          <p:cNvSpPr txBox="1"/>
          <p:nvPr/>
        </p:nvSpPr>
        <p:spPr>
          <a:xfrm>
            <a:off x="707984" y="4074373"/>
            <a:ext cx="10776030" cy="954107"/>
          </a:xfrm>
          <a:prstGeom prst="rect">
            <a:avLst/>
          </a:prstGeom>
          <a:noFill/>
        </p:spPr>
        <p:txBody>
          <a:bodyPr wrap="square" rtlCol="0">
            <a:spAutoFit/>
          </a:bodyPr>
          <a:lstStyle/>
          <a:p>
            <a:pPr algn="just"/>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phần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mềm</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là</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cần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thiết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đảm</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hiệu</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và</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chính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xác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quá</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en-US" sz="2800">
              <a:solidFill>
                <a:schemeClr val="bg1"/>
              </a:solidFill>
              <a:latin typeface="Times New Roman" panose="02020603050405020304" pitchFamily="18" charset="0"/>
              <a:cs typeface="Times New Roman" panose="02020603050405020304" pitchFamily="18" charset="0"/>
            </a:endParaRPr>
          </a:p>
        </p:txBody>
      </p:sp>
      <p:pic>
        <p:nvPicPr>
          <p:cNvPr id="11" name="Graphic 10" descr="Books on shelf with solid fill">
            <a:extLst>
              <a:ext uri="{FF2B5EF4-FFF2-40B4-BE49-F238E27FC236}">
                <a16:creationId xmlns:a16="http://schemas.microsoft.com/office/drawing/2014/main" id="{9A3820BA-8C70-E042-5DCC-AA4FB75D1A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47" y="5754861"/>
            <a:ext cx="914400" cy="914400"/>
          </a:xfrm>
          <a:prstGeom prst="rect">
            <a:avLst/>
          </a:prstGeom>
        </p:spPr>
      </p:pic>
      <p:pic>
        <p:nvPicPr>
          <p:cNvPr id="12" name="Graphic 11" descr="Harvey Balls 20% outline">
            <a:extLst>
              <a:ext uri="{FF2B5EF4-FFF2-40B4-BE49-F238E27FC236}">
                <a16:creationId xmlns:a16="http://schemas.microsoft.com/office/drawing/2014/main" id="{7CAE772F-3414-563B-5D5A-B01E0695BB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3505017">
            <a:off x="7572758" y="1174186"/>
            <a:ext cx="771990" cy="709562"/>
          </a:xfrm>
          <a:prstGeom prst="rect">
            <a:avLst/>
          </a:prstGeom>
        </p:spPr>
      </p:pic>
      <p:pic>
        <p:nvPicPr>
          <p:cNvPr id="15" name="Graphic 14" descr="Harvey Balls 30% outline">
            <a:extLst>
              <a:ext uri="{FF2B5EF4-FFF2-40B4-BE49-F238E27FC236}">
                <a16:creationId xmlns:a16="http://schemas.microsoft.com/office/drawing/2014/main" id="{BA42DED8-CCC8-83CF-0975-A6ACC6AB03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3505017">
            <a:off x="8495816" y="1174186"/>
            <a:ext cx="771990" cy="709562"/>
          </a:xfrm>
          <a:prstGeom prst="rect">
            <a:avLst/>
          </a:prstGeom>
        </p:spPr>
      </p:pic>
      <p:pic>
        <p:nvPicPr>
          <p:cNvPr id="16" name="Graphic 15" descr="Harvey Balls 35% outline">
            <a:extLst>
              <a:ext uri="{FF2B5EF4-FFF2-40B4-BE49-F238E27FC236}">
                <a16:creationId xmlns:a16="http://schemas.microsoft.com/office/drawing/2014/main" id="{4B2927C3-B033-84A7-0ED5-6FF385E9DAF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3505017">
            <a:off x="9418872" y="1174186"/>
            <a:ext cx="771990" cy="709562"/>
          </a:xfrm>
          <a:prstGeom prst="rect">
            <a:avLst/>
          </a:prstGeom>
        </p:spPr>
      </p:pic>
      <p:pic>
        <p:nvPicPr>
          <p:cNvPr id="17" name="Graphic 16" descr="Harvey Balls 5% outline">
            <a:extLst>
              <a:ext uri="{FF2B5EF4-FFF2-40B4-BE49-F238E27FC236}">
                <a16:creationId xmlns:a16="http://schemas.microsoft.com/office/drawing/2014/main" id="{F57DA173-DBAC-6669-9BB9-2B91BCCBB4B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3505017">
            <a:off x="11263224" y="1174186"/>
            <a:ext cx="771990" cy="709562"/>
          </a:xfrm>
          <a:prstGeom prst="rect">
            <a:avLst/>
          </a:prstGeom>
        </p:spPr>
      </p:pic>
      <p:pic>
        <p:nvPicPr>
          <p:cNvPr id="18" name="Graphic 17" descr="Harvey Balls 60% outline">
            <a:extLst>
              <a:ext uri="{FF2B5EF4-FFF2-40B4-BE49-F238E27FC236}">
                <a16:creationId xmlns:a16="http://schemas.microsoft.com/office/drawing/2014/main" id="{D69D4E0E-5233-F812-4F89-BFEA7B45398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3505017">
            <a:off x="10341930" y="1174186"/>
            <a:ext cx="771990" cy="709562"/>
          </a:xfrm>
          <a:prstGeom prst="rect">
            <a:avLst/>
          </a:prstGeom>
        </p:spPr>
      </p:pic>
    </p:spTree>
    <p:extLst>
      <p:ext uri="{BB962C8B-B14F-4D97-AF65-F5344CB8AC3E}">
        <p14:creationId xmlns:p14="http://schemas.microsoft.com/office/powerpoint/2010/main" val="4011313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1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1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16"/>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18"/>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17"/>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3.75E-6 2.96296E-6 L 3.75E-6 0.00023 " pathEditMode="relative" rAng="0" ptsTypes="AA">
                                      <p:cBhvr>
                                        <p:cTn id="17" dur="5000" spd="-100000" fill="hold"/>
                                        <p:tgtEl>
                                          <p:spTgt spid="11"/>
                                        </p:tgtEl>
                                        <p:attrNameLst>
                                          <p:attrName>ppt_x</p:attrName>
                                          <p:attrName>ppt_y</p:attrName>
                                        </p:attrNameLst>
                                      </p:cBhvr>
                                      <p:rCtr x="0" y="0"/>
                                    </p:animMotion>
                                  </p:childTnLst>
                                </p:cTn>
                              </p:par>
                              <p:par>
                                <p:cTn id="18" presetID="8" presetClass="emph" presetSubtype="0" repeatCount="indefinite" autoRev="1" fill="hold" nodeType="withEffect">
                                  <p:stCondLst>
                                    <p:cond delay="0"/>
                                  </p:stCondLst>
                                  <p:childTnLst>
                                    <p:animRot by="1800000">
                                      <p:cBhvr>
                                        <p:cTn id="19" dur="5000" fill="hold"/>
                                        <p:tgtEl>
                                          <p:spTgt spid="11"/>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up)">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up)">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5" name="Rectangle: Top Corners Rounded 4">
            <a:extLst>
              <a:ext uri="{FF2B5EF4-FFF2-40B4-BE49-F238E27FC236}">
                <a16:creationId xmlns:a16="http://schemas.microsoft.com/office/drawing/2014/main" id="{7741EAA8-6EBC-CA32-18B7-4F1FFB0D9F37}"/>
              </a:ext>
            </a:extLst>
          </p:cNvPr>
          <p:cNvSpPr>
            <a:spLocks noGrp="1" noRot="1" noMove="1" noResize="1" noEditPoints="1" noAdjustHandles="1" noChangeArrowheads="1" noChangeShapeType="1"/>
          </p:cNvSpPr>
          <p:nvPr/>
        </p:nvSpPr>
        <p:spPr>
          <a:xfrm>
            <a:off x="-1418024" y="-8077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4E3A27-6803-1024-BE56-ABF66B0C106B}"/>
              </a:ext>
            </a:extLst>
          </p:cNvPr>
          <p:cNvSpPr txBox="1"/>
          <p:nvPr/>
        </p:nvSpPr>
        <p:spPr>
          <a:xfrm>
            <a:off x="3953651" y="125936"/>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AB633F-C683-E09C-1780-63068E7D667F}"/>
              </a:ext>
            </a:extLst>
          </p:cNvPr>
          <p:cNvSpPr txBox="1"/>
          <p:nvPr/>
        </p:nvSpPr>
        <p:spPr>
          <a:xfrm>
            <a:off x="-2572290" y="1078109"/>
            <a:ext cx="3444558"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1. Ý </a:t>
            </a:r>
            <a:r>
              <a:rPr lang="en-US" sz="3200" err="1">
                <a:solidFill>
                  <a:schemeClr val="bg1"/>
                </a:solidFill>
                <a:latin typeface="Times New Roman" panose="02020603050405020304" pitchFamily="18" charset="0"/>
                <a:cs typeface="Times New Roman" panose="02020603050405020304" pitchFamily="18" charset="0"/>
              </a:rPr>
              <a:t>tưởng</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48047D5-E60E-A395-185C-DED2338FFA11}"/>
              </a:ext>
            </a:extLst>
          </p:cNvPr>
          <p:cNvSpPr txBox="1"/>
          <p:nvPr/>
        </p:nvSpPr>
        <p:spPr>
          <a:xfrm>
            <a:off x="-11106563" y="2223551"/>
            <a:ext cx="10776030" cy="3539430"/>
          </a:xfrm>
          <a:prstGeom prst="rect">
            <a:avLst/>
          </a:prstGeom>
          <a:noFill/>
        </p:spPr>
        <p:txBody>
          <a:bodyPr wrap="square" rtlCol="0">
            <a:spAutoFit/>
          </a:bodyPr>
          <a:lstStyle/>
          <a:p>
            <a:pPr algn="just"/>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Nhu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cầu</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khai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thác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ngày</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càng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điểm</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hiện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nay,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thủ</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tục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với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hàng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ngày</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rất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lớn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phương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pháp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thủ</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công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gặp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nhiều</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khó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khăn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đáp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ứng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kịp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nhu</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cầu</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hoạt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giáo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dục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nghiên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cứu</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đòi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hỏi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phải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hiệu</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công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cho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kê</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tình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trạng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nhằm</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tiết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kiệm</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và</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công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sức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cao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hiệu</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quả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p>
            <a:pPr algn="just"/>
            <a:endParaRPr lang="en-US" sz="280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909BFCD-73B9-0027-CB94-E9C80292CC4B}"/>
              </a:ext>
            </a:extLst>
          </p:cNvPr>
          <p:cNvSpPr txBox="1"/>
          <p:nvPr/>
        </p:nvSpPr>
        <p:spPr>
          <a:xfrm>
            <a:off x="369030"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2.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quản</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lí</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thư</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viện</a:t>
            </a:r>
            <a:r>
              <a:rPr lang="en-US" sz="3200">
                <a:solidFill>
                  <a:schemeClr val="bg1"/>
                </a:solidFill>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3E8A3A07-968E-2128-83FC-EA407B738FEE}"/>
              </a:ext>
            </a:extLst>
          </p:cNvPr>
          <p:cNvSpPr txBox="1"/>
          <p:nvPr/>
        </p:nvSpPr>
        <p:spPr>
          <a:xfrm>
            <a:off x="711200" y="2223551"/>
            <a:ext cx="10776030" cy="115672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được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viết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bằng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ngôn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ngữ</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và</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được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Object-oriented programming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hướng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đối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en-US" sz="280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7B4F31E-F9F3-0681-3FF0-E0460CA65AB4}"/>
              </a:ext>
            </a:extLst>
          </p:cNvPr>
          <p:cNvSpPr txBox="1"/>
          <p:nvPr/>
        </p:nvSpPr>
        <p:spPr>
          <a:xfrm>
            <a:off x="704770" y="3362581"/>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Phầm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mềm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sẽ</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cung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chức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năng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chính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user,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pic>
        <p:nvPicPr>
          <p:cNvPr id="14" name="Graphic 13" descr="Books on shelf with solid fill">
            <a:extLst>
              <a:ext uri="{FF2B5EF4-FFF2-40B4-BE49-F238E27FC236}">
                <a16:creationId xmlns:a16="http://schemas.microsoft.com/office/drawing/2014/main" id="{1E9BE62B-5051-EC75-9A5B-5997D81366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4000" y="5779891"/>
            <a:ext cx="914400" cy="914400"/>
          </a:xfrm>
          <a:prstGeom prst="rect">
            <a:avLst/>
          </a:prstGeom>
        </p:spPr>
      </p:pic>
      <p:sp>
        <p:nvSpPr>
          <p:cNvPr id="21" name="TextBox 20">
            <a:extLst>
              <a:ext uri="{FF2B5EF4-FFF2-40B4-BE49-F238E27FC236}">
                <a16:creationId xmlns:a16="http://schemas.microsoft.com/office/drawing/2014/main" id="{405F029F-2192-94C1-30F1-C77A327B30C1}"/>
              </a:ext>
            </a:extLst>
          </p:cNvPr>
          <p:cNvSpPr txBox="1"/>
          <p:nvPr/>
        </p:nvSpPr>
        <p:spPr>
          <a:xfrm>
            <a:off x="12406135"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pic>
        <p:nvPicPr>
          <p:cNvPr id="25" name="Graphic 24" descr="Harvey Balls 20% outline">
            <a:extLst>
              <a:ext uri="{FF2B5EF4-FFF2-40B4-BE49-F238E27FC236}">
                <a16:creationId xmlns:a16="http://schemas.microsoft.com/office/drawing/2014/main" id="{B70A60B8-4DB6-A7B0-80A8-E79A29AD81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5135584">
            <a:off x="11416183" y="3801991"/>
            <a:ext cx="771990" cy="709562"/>
          </a:xfrm>
          <a:prstGeom prst="rect">
            <a:avLst/>
          </a:prstGeom>
        </p:spPr>
      </p:pic>
      <p:pic>
        <p:nvPicPr>
          <p:cNvPr id="26" name="Graphic 25" descr="Harvey Balls 30% outline">
            <a:extLst>
              <a:ext uri="{FF2B5EF4-FFF2-40B4-BE49-F238E27FC236}">
                <a16:creationId xmlns:a16="http://schemas.microsoft.com/office/drawing/2014/main" id="{63712198-065E-5563-0FC7-CC2B47B55B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5135584">
            <a:off x="11422614" y="2942671"/>
            <a:ext cx="771990" cy="709562"/>
          </a:xfrm>
          <a:prstGeom prst="rect">
            <a:avLst/>
          </a:prstGeom>
        </p:spPr>
      </p:pic>
      <p:pic>
        <p:nvPicPr>
          <p:cNvPr id="27" name="Graphic 26" descr="Harvey Balls 35% outline">
            <a:extLst>
              <a:ext uri="{FF2B5EF4-FFF2-40B4-BE49-F238E27FC236}">
                <a16:creationId xmlns:a16="http://schemas.microsoft.com/office/drawing/2014/main" id="{638C4998-944B-A711-F101-2F006B6492B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5135584">
            <a:off x="11453621" y="2120584"/>
            <a:ext cx="771990" cy="709562"/>
          </a:xfrm>
          <a:prstGeom prst="rect">
            <a:avLst/>
          </a:prstGeom>
        </p:spPr>
      </p:pic>
      <p:pic>
        <p:nvPicPr>
          <p:cNvPr id="28" name="Graphic 27" descr="Harvey Balls 5% outline">
            <a:extLst>
              <a:ext uri="{FF2B5EF4-FFF2-40B4-BE49-F238E27FC236}">
                <a16:creationId xmlns:a16="http://schemas.microsoft.com/office/drawing/2014/main" id="{062DD2E6-B163-EF97-EC75-3D73BAC463D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5135584">
            <a:off x="11422612" y="586350"/>
            <a:ext cx="771990" cy="709562"/>
          </a:xfrm>
          <a:prstGeom prst="rect">
            <a:avLst/>
          </a:prstGeom>
        </p:spPr>
      </p:pic>
      <p:pic>
        <p:nvPicPr>
          <p:cNvPr id="29" name="Graphic 28" descr="Harvey Balls 60% outline">
            <a:extLst>
              <a:ext uri="{FF2B5EF4-FFF2-40B4-BE49-F238E27FC236}">
                <a16:creationId xmlns:a16="http://schemas.microsoft.com/office/drawing/2014/main" id="{C9943332-CDA7-C1F0-4E93-B8F8CEF5FE3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5135584">
            <a:off x="11422611" y="1310974"/>
            <a:ext cx="771990" cy="709562"/>
          </a:xfrm>
          <a:prstGeom prst="rect">
            <a:avLst/>
          </a:prstGeom>
        </p:spPr>
      </p:pic>
    </p:spTree>
    <p:extLst>
      <p:ext uri="{BB962C8B-B14F-4D97-AF65-F5344CB8AC3E}">
        <p14:creationId xmlns:p14="http://schemas.microsoft.com/office/powerpoint/2010/main" val="3072760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8"/>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9"/>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7"/>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3.33333E-6 -7.40741E-7 L -3.33333E-6 4.81481E-6 " pathEditMode="relative" rAng="0" ptsTypes="AA">
                                      <p:cBhvr>
                                        <p:cTn id="17" dur="5000" spd="-100000" fill="hold"/>
                                        <p:tgtEl>
                                          <p:spTgt spid="14"/>
                                        </p:tgtEl>
                                        <p:attrNameLst>
                                          <p:attrName>ppt_x</p:attrName>
                                          <p:attrName>ppt_y</p:attrName>
                                        </p:attrNameLst>
                                      </p:cBhvr>
                                      <p:rCtr x="0" y="-1528"/>
                                    </p:animMotion>
                                  </p:childTnLst>
                                </p:cTn>
                              </p:par>
                              <p:par>
                                <p:cTn id="18" presetID="8" presetClass="emph" presetSubtype="0" repeatCount="indefinite" autoRev="1" fill="hold" nodeType="withEffect">
                                  <p:stCondLst>
                                    <p:cond delay="0"/>
                                  </p:stCondLst>
                                  <p:childTnLst>
                                    <p:animRot by="1800000">
                                      <p:cBhvr>
                                        <p:cTn id="19" dur="5000" fill="hold"/>
                                        <p:tgtEl>
                                          <p:spTgt spid="14"/>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up)">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up)">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2" name="Rectangle: Top Corners Rounded 1">
            <a:extLst>
              <a:ext uri="{FF2B5EF4-FFF2-40B4-BE49-F238E27FC236}">
                <a16:creationId xmlns:a16="http://schemas.microsoft.com/office/drawing/2014/main" id="{1DA22480-8858-A148-F30F-3C9B4A3CABD2}"/>
              </a:ext>
            </a:extLst>
          </p:cNvPr>
          <p:cNvSpPr>
            <a:spLocks noGrp="1" noRot="1" noMove="1" noResize="1" noEditPoints="1" noAdjustHandles="1" noChangeArrowheads="1" noChangeShapeType="1"/>
          </p:cNvSpPr>
          <p:nvPr/>
        </p:nvSpPr>
        <p:spPr>
          <a:xfrm>
            <a:off x="-1372304" y="-8077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BC3E02B-DA2D-6659-6D10-823BD8B2E6E7}"/>
              </a:ext>
            </a:extLst>
          </p:cNvPr>
          <p:cNvSpPr txBox="1"/>
          <p:nvPr/>
        </p:nvSpPr>
        <p:spPr>
          <a:xfrm>
            <a:off x="3999371" y="125936"/>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6380808-8DC3-36EF-CF02-7A51E5913F72}"/>
              </a:ext>
            </a:extLst>
          </p:cNvPr>
          <p:cNvSpPr txBox="1"/>
          <p:nvPr/>
        </p:nvSpPr>
        <p:spPr>
          <a:xfrm>
            <a:off x="-5589810"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2.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quản</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lí</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thư</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viện</a:t>
            </a:r>
            <a:r>
              <a:rPr lang="en-US" sz="3200">
                <a:solidFill>
                  <a:schemeClr val="bg1"/>
                </a:solidFill>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70FACABC-71EB-E579-7363-E9E3A17B6BDE}"/>
              </a:ext>
            </a:extLst>
          </p:cNvPr>
          <p:cNvSpPr txBox="1"/>
          <p:nvPr/>
        </p:nvSpPr>
        <p:spPr>
          <a:xfrm>
            <a:off x="-10993120" y="2223551"/>
            <a:ext cx="10776030" cy="115672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được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viết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bằng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ngôn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ngữ</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và</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được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Object-oriented programming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hướng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đối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en-US" sz="280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B4AD8E8-9477-C9C4-AD01-3680AE70C2E0}"/>
              </a:ext>
            </a:extLst>
          </p:cNvPr>
          <p:cNvSpPr txBox="1"/>
          <p:nvPr/>
        </p:nvSpPr>
        <p:spPr>
          <a:xfrm>
            <a:off x="-10999550" y="3362581"/>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Phầm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mềm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sẽ</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cung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chức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năng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chính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user,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pic>
        <p:nvPicPr>
          <p:cNvPr id="8" name="Graphic 7" descr="Books on shelf with solid fill">
            <a:extLst>
              <a:ext uri="{FF2B5EF4-FFF2-40B4-BE49-F238E27FC236}">
                <a16:creationId xmlns:a16="http://schemas.microsoft.com/office/drawing/2014/main" id="{EB5C678A-755C-0F93-E770-47FC232908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5779891"/>
            <a:ext cx="914400" cy="914400"/>
          </a:xfrm>
          <a:prstGeom prst="rect">
            <a:avLst/>
          </a:prstGeom>
        </p:spPr>
      </p:pic>
      <p:sp>
        <p:nvSpPr>
          <p:cNvPr id="17" name="TextBox 16">
            <a:extLst>
              <a:ext uri="{FF2B5EF4-FFF2-40B4-BE49-F238E27FC236}">
                <a16:creationId xmlns:a16="http://schemas.microsoft.com/office/drawing/2014/main" id="{F92EF2BF-2E1C-CB3C-F867-8CF4A3784DE4}"/>
              </a:ext>
            </a:extLst>
          </p:cNvPr>
          <p:cNvSpPr txBox="1"/>
          <p:nvPr/>
        </p:nvSpPr>
        <p:spPr>
          <a:xfrm>
            <a:off x="414750"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Ưu điểm của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D4DB8BED-69C1-F646-9E65-A10CB9A3F0F9}"/>
              </a:ext>
            </a:extLst>
          </p:cNvPr>
          <p:cNvSpPr txBox="1"/>
          <p:nvPr/>
        </p:nvSpPr>
        <p:spPr>
          <a:xfrm>
            <a:off x="756920" y="155222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8C4AE7D5-FA70-80F7-8DB2-755CA2188D22}"/>
              </a:ext>
            </a:extLst>
          </p:cNvPr>
          <p:cNvSpPr txBox="1"/>
          <p:nvPr/>
        </p:nvSpPr>
        <p:spPr>
          <a:xfrm>
            <a:off x="750490" y="269125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6200AE46-B3B9-B354-A5CB-334FC7E608CF}"/>
              </a:ext>
            </a:extLst>
          </p:cNvPr>
          <p:cNvSpPr txBox="1"/>
          <p:nvPr/>
        </p:nvSpPr>
        <p:spPr>
          <a:xfrm>
            <a:off x="750490" y="4331926"/>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Rectangle: Top Corners Rounded 9">
            <a:extLst>
              <a:ext uri="{FF2B5EF4-FFF2-40B4-BE49-F238E27FC236}">
                <a16:creationId xmlns:a16="http://schemas.microsoft.com/office/drawing/2014/main" id="{76FC6D26-76AD-DB40-0D66-FBE423D8F404}"/>
              </a:ext>
            </a:extLst>
          </p:cNvPr>
          <p:cNvSpPr/>
          <p:nvPr/>
        </p:nvSpPr>
        <p:spPr>
          <a:xfrm>
            <a:off x="-11667350" y="-253"/>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F2E5AC3-3829-9CBF-18EA-EA78B3BBCDCB}"/>
              </a:ext>
            </a:extLst>
          </p:cNvPr>
          <p:cNvSpPr txBox="1"/>
          <p:nvPr/>
        </p:nvSpPr>
        <p:spPr>
          <a:xfrm>
            <a:off x="489477" y="7001977"/>
            <a:ext cx="4309846"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a:t>
            </a:r>
            <a:r>
              <a:rPr lang="en-US" sz="3200" b="1" err="1">
                <a:solidFill>
                  <a:schemeClr val="accent5">
                    <a:lumMod val="50000"/>
                  </a:schemeClr>
                </a:solidFill>
                <a:latin typeface="Times New Roman" panose="02020603050405020304" pitchFamily="18" charset="0"/>
                <a:cs typeface="Times New Roman" panose="02020603050405020304" pitchFamily="18" charset="0"/>
              </a:rPr>
              <a:t>Phân</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tích</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hệ</a:t>
            </a:r>
            <a:r>
              <a:rPr lang="en-US" sz="3200" b="1">
                <a:solidFill>
                  <a:schemeClr val="accent5">
                    <a:lumMod val="50000"/>
                  </a:schemeClr>
                </a:solidFill>
                <a:latin typeface="Times New Roman" panose="02020603050405020304" pitchFamily="18" charset="0"/>
                <a:cs typeface="Times New Roman" panose="02020603050405020304" pitchFamily="18" charset="0"/>
              </a:rPr>
              <a:t> </a:t>
            </a:r>
            <a:r>
              <a:rPr lang="en-US" sz="3200" b="1" err="1">
                <a:solidFill>
                  <a:schemeClr val="accent5">
                    <a:lumMod val="50000"/>
                  </a:schemeClr>
                </a:solidFill>
                <a:latin typeface="Times New Roman" panose="02020603050405020304" pitchFamily="18" charset="0"/>
                <a:cs typeface="Times New Roman" panose="02020603050405020304" pitchFamily="18" charset="0"/>
              </a:rPr>
              <a:t>thống</a:t>
            </a:r>
            <a:endParaRPr lang="en-US" sz="3200" b="1">
              <a:solidFill>
                <a:schemeClr val="accent5">
                  <a:lumMod val="50000"/>
                </a:schemeClr>
              </a:solidFill>
              <a:latin typeface="Times New Roman" panose="02020603050405020304" pitchFamily="18" charset="0"/>
              <a:cs typeface="Times New Roman" panose="02020603050405020304" pitchFamily="18" charset="0"/>
            </a:endParaRPr>
          </a:p>
        </p:txBody>
      </p:sp>
      <p:pic>
        <p:nvPicPr>
          <p:cNvPr id="12" name="Graphic 11" descr="Harvey Balls 20% outline">
            <a:extLst>
              <a:ext uri="{FF2B5EF4-FFF2-40B4-BE49-F238E27FC236}">
                <a16:creationId xmlns:a16="http://schemas.microsoft.com/office/drawing/2014/main" id="{ACE1EDA2-05E2-2691-5D0A-1C7EE10672E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3255562">
            <a:off x="6438900" y="5448442"/>
            <a:ext cx="1118475" cy="1128931"/>
          </a:xfrm>
          <a:prstGeom prst="rect">
            <a:avLst/>
          </a:prstGeom>
        </p:spPr>
      </p:pic>
      <p:pic>
        <p:nvPicPr>
          <p:cNvPr id="13" name="Graphic 12" descr="Harvey Balls 30% outline">
            <a:extLst>
              <a:ext uri="{FF2B5EF4-FFF2-40B4-BE49-F238E27FC236}">
                <a16:creationId xmlns:a16="http://schemas.microsoft.com/office/drawing/2014/main" id="{A2B7C16E-52CE-6E54-EC82-77E85A36830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3255562">
            <a:off x="7571540" y="5456791"/>
            <a:ext cx="1118475" cy="1128931"/>
          </a:xfrm>
          <a:prstGeom prst="rect">
            <a:avLst/>
          </a:prstGeom>
        </p:spPr>
      </p:pic>
      <p:pic>
        <p:nvPicPr>
          <p:cNvPr id="14" name="Graphic 13" descr="Harvey Balls 35% outline">
            <a:extLst>
              <a:ext uri="{FF2B5EF4-FFF2-40B4-BE49-F238E27FC236}">
                <a16:creationId xmlns:a16="http://schemas.microsoft.com/office/drawing/2014/main" id="{793ADF99-AF36-0097-90E2-ABA2CD6BC83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3255562">
            <a:off x="8655104" y="5497047"/>
            <a:ext cx="1118475" cy="1128931"/>
          </a:xfrm>
          <a:prstGeom prst="rect">
            <a:avLst/>
          </a:prstGeom>
        </p:spPr>
      </p:pic>
      <p:pic>
        <p:nvPicPr>
          <p:cNvPr id="15" name="Graphic 14" descr="Harvey Balls 5% outline">
            <a:extLst>
              <a:ext uri="{FF2B5EF4-FFF2-40B4-BE49-F238E27FC236}">
                <a16:creationId xmlns:a16="http://schemas.microsoft.com/office/drawing/2014/main" id="{B9AC5997-B421-2EB2-338A-6917935BEA4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3255562">
            <a:off x="10677325" y="5456789"/>
            <a:ext cx="1118475" cy="1128931"/>
          </a:xfrm>
          <a:prstGeom prst="rect">
            <a:avLst/>
          </a:prstGeom>
        </p:spPr>
      </p:pic>
      <p:pic>
        <p:nvPicPr>
          <p:cNvPr id="16" name="Graphic 15" descr="Harvey Balls 60% outline">
            <a:extLst>
              <a:ext uri="{FF2B5EF4-FFF2-40B4-BE49-F238E27FC236}">
                <a16:creationId xmlns:a16="http://schemas.microsoft.com/office/drawing/2014/main" id="{425E1897-7C39-4148-DE76-5AA1014FCAA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3255562">
            <a:off x="9722223" y="5456787"/>
            <a:ext cx="1118475" cy="1128931"/>
          </a:xfrm>
          <a:prstGeom prst="rect">
            <a:avLst/>
          </a:prstGeom>
        </p:spPr>
      </p:pic>
    </p:spTree>
    <p:extLst>
      <p:ext uri="{BB962C8B-B14F-4D97-AF65-F5344CB8AC3E}">
        <p14:creationId xmlns:p14="http://schemas.microsoft.com/office/powerpoint/2010/main" val="8809809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1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1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1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1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1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3.33333E-6 -7.40741E-7 L -3.33333E-6 4.81481E-6 " pathEditMode="relative" rAng="0" ptsTypes="AA">
                                      <p:cBhvr>
                                        <p:cTn id="17" dur="5000" spd="-100000" fill="hold"/>
                                        <p:tgtEl>
                                          <p:spTgt spid="8"/>
                                        </p:tgtEl>
                                        <p:attrNameLst>
                                          <p:attrName>ppt_x</p:attrName>
                                          <p:attrName>ppt_y</p:attrName>
                                        </p:attrNameLst>
                                      </p:cBhvr>
                                      <p:rCtr x="0" y="-1528"/>
                                    </p:animMotion>
                                  </p:childTnLst>
                                </p:cTn>
                              </p:par>
                              <p:par>
                                <p:cTn id="18" presetID="8" presetClass="emph" presetSubtype="0" repeatCount="indefinite" autoRev="1" fill="hold" nodeType="withEffect">
                                  <p:stCondLst>
                                    <p:cond delay="0"/>
                                  </p:stCondLst>
                                  <p:childTnLst>
                                    <p:animRot by="1800000">
                                      <p:cBhvr>
                                        <p:cTn id="19" dur="5000" fill="hold"/>
                                        <p:tgtEl>
                                          <p:spTgt spid="8"/>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up)">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up)">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9" grpId="0"/>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609106" y="150814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1. Các thư viện chuẩn được sử dụng</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pic>
        <p:nvPicPr>
          <p:cNvPr id="2" name="Picture 1" descr="A white background with black and white clouds&#10;&#10;Description automatically generated">
            <a:extLst>
              <a:ext uri="{FF2B5EF4-FFF2-40B4-BE49-F238E27FC236}">
                <a16:creationId xmlns:a16="http://schemas.microsoft.com/office/drawing/2014/main" id="{234DAE24-DE43-8BB9-7575-A3615FD7FAA5}"/>
              </a:ext>
            </a:extLst>
          </p:cNvPr>
          <p:cNvPicPr>
            <a:picLocks noChangeAspect="1"/>
          </p:cNvPicPr>
          <p:nvPr/>
        </p:nvPicPr>
        <p:blipFill>
          <a:blip r:embed="rId15"/>
          <a:stretch>
            <a:fillRect/>
          </a:stretch>
        </p:blipFill>
        <p:spPr>
          <a:xfrm>
            <a:off x="658957" y="2460080"/>
            <a:ext cx="11270326" cy="1428056"/>
          </a:xfrm>
          <a:prstGeom prst="rect">
            <a:avLst/>
          </a:prstGeom>
        </p:spPr>
      </p:pic>
    </p:spTree>
    <p:extLst>
      <p:ext uri="{BB962C8B-B14F-4D97-AF65-F5344CB8AC3E}">
        <p14:creationId xmlns:p14="http://schemas.microsoft.com/office/powerpoint/2010/main" val="1119342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750490" y="1551116"/>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2. Thiết lập đối tượng tài khoản</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sp>
        <p:nvSpPr>
          <p:cNvPr id="8" name="TextBox 7">
            <a:extLst>
              <a:ext uri="{FF2B5EF4-FFF2-40B4-BE49-F238E27FC236}">
                <a16:creationId xmlns:a16="http://schemas.microsoft.com/office/drawing/2014/main" id="{E6A39FCC-EC9E-FDC1-6043-E2B10766345C}"/>
              </a:ext>
            </a:extLst>
          </p:cNvPr>
          <p:cNvSpPr txBox="1"/>
          <p:nvPr/>
        </p:nvSpPr>
        <p:spPr>
          <a:xfrm>
            <a:off x="969573" y="2478559"/>
            <a:ext cx="9858448" cy="1815882"/>
          </a:xfrm>
          <a:prstGeom prst="rect">
            <a:avLst/>
          </a:prstGeom>
          <a:noFill/>
        </p:spPr>
        <p:txBody>
          <a:bodyPr wrap="square" rtlCol="0">
            <a:spAutoFit/>
          </a:bodyPr>
          <a:lstStyle/>
          <a:p>
            <a:r>
              <a:rPr lang="vi-VN" sz="2800">
                <a:solidFill>
                  <a:schemeClr val="accent2">
                    <a:lumMod val="75000"/>
                  </a:schemeClr>
                </a:solidFill>
                <a:latin typeface="Times New Roman" panose="02020603050405020304" pitchFamily="18" charset="0"/>
                <a:cs typeface="Times New Roman" panose="02020603050405020304" pitchFamily="18" charset="0"/>
              </a:rPr>
              <a:t>- Chúng ta có các hàm như setUserName để thiết lập tên đăng nhập, setPassWord để thiết lập mật khẩu, setQuyenTruyCap để thiết lập quyền truy cấp tới các đối tượng và chức năng khác trong chương trình. Ngoài ra còn các getter tương ứng.</a:t>
            </a:r>
            <a:endParaRPr lang="en-US" sz="280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98175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up)">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pic>
        <p:nvPicPr>
          <p:cNvPr id="2" name="Picture 1" descr="A screenshot of a computer&#10;&#10;Description automatically generated">
            <a:extLst>
              <a:ext uri="{FF2B5EF4-FFF2-40B4-BE49-F238E27FC236}">
                <a16:creationId xmlns:a16="http://schemas.microsoft.com/office/drawing/2014/main" id="{8AB51221-929D-1B0E-B8B0-95FF7844FE33}"/>
              </a:ext>
            </a:extLst>
          </p:cNvPr>
          <p:cNvPicPr>
            <a:picLocks noChangeAspect="1"/>
          </p:cNvPicPr>
          <p:nvPr/>
        </p:nvPicPr>
        <p:blipFill>
          <a:blip r:embed="rId15"/>
          <a:stretch>
            <a:fillRect/>
          </a:stretch>
        </p:blipFill>
        <p:spPr>
          <a:xfrm>
            <a:off x="1561568" y="700003"/>
            <a:ext cx="8796635" cy="5506355"/>
          </a:xfrm>
          <a:prstGeom prst="rect">
            <a:avLst/>
          </a:prstGeom>
        </p:spPr>
      </p:pic>
    </p:spTree>
    <p:extLst>
      <p:ext uri="{BB962C8B-B14F-4D97-AF65-F5344CB8AC3E}">
        <p14:creationId xmlns:p14="http://schemas.microsoft.com/office/powerpoint/2010/main" val="34267319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609106" y="150814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3. Thiết lập đối tượng Sách:</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sp>
        <p:nvSpPr>
          <p:cNvPr id="7" name="TextBox 6">
            <a:extLst>
              <a:ext uri="{FF2B5EF4-FFF2-40B4-BE49-F238E27FC236}">
                <a16:creationId xmlns:a16="http://schemas.microsoft.com/office/drawing/2014/main" id="{0020AD92-930B-BA48-A98B-E704CC1CB7D9}"/>
              </a:ext>
            </a:extLst>
          </p:cNvPr>
          <p:cNvSpPr txBox="1"/>
          <p:nvPr/>
        </p:nvSpPr>
        <p:spPr>
          <a:xfrm>
            <a:off x="969573" y="2478559"/>
            <a:ext cx="9858448" cy="2246769"/>
          </a:xfrm>
          <a:prstGeom prst="rect">
            <a:avLst/>
          </a:prstGeom>
          <a:noFill/>
        </p:spPr>
        <p:txBody>
          <a:bodyPr wrap="square" rtlCol="0">
            <a:spAutoFit/>
          </a:bodyPr>
          <a:lstStyle/>
          <a:p>
            <a:r>
              <a:rPr lang="vi-VN" sz="2800">
                <a:solidFill>
                  <a:schemeClr val="accent2">
                    <a:lumMod val="75000"/>
                  </a:schemeClr>
                </a:solidFill>
                <a:latin typeface="Times New Roman" panose="02020603050405020304" pitchFamily="18" charset="0"/>
                <a:cs typeface="Times New Roman" panose="02020603050405020304" pitchFamily="18" charset="0"/>
              </a:rPr>
              <a:t>- Đây là đối tướng chính mà chương trình và bài toán hướng tới.</a:t>
            </a:r>
          </a:p>
          <a:p>
            <a:r>
              <a:rPr lang="vi-VN" sz="2800">
                <a:solidFill>
                  <a:schemeClr val="accent2">
                    <a:lumMod val="75000"/>
                  </a:schemeClr>
                </a:solidFill>
                <a:latin typeface="Times New Roman" panose="02020603050405020304" pitchFamily="18" charset="0"/>
                <a:cs typeface="Times New Roman" panose="02020603050405020304" pitchFamily="18" charset="0"/>
              </a:rPr>
              <a:t>- Gồm có các thuộc tính: mã sách, tên sách, tên tác giả, năm xuất bản, nhà xuất bản, thể loại.</a:t>
            </a:r>
          </a:p>
          <a:p>
            <a:r>
              <a:rPr lang="vi-VN" sz="2800">
                <a:solidFill>
                  <a:schemeClr val="accent2">
                    <a:lumMod val="75000"/>
                  </a:schemeClr>
                </a:solidFill>
                <a:latin typeface="Times New Roman" panose="02020603050405020304" pitchFamily="18" charset="0"/>
                <a:cs typeface="Times New Roman" panose="02020603050405020304" pitchFamily="18" charset="0"/>
              </a:rPr>
              <a:t>- Có các phương thức getter, setter, truy xuất các thông tin của từng sách và chỉnh sủa chúng.</a:t>
            </a:r>
          </a:p>
        </p:txBody>
      </p:sp>
    </p:spTree>
    <p:extLst>
      <p:ext uri="{BB962C8B-B14F-4D97-AF65-F5344CB8AC3E}">
        <p14:creationId xmlns:p14="http://schemas.microsoft.com/office/powerpoint/2010/main" val="31297161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pic>
        <p:nvPicPr>
          <p:cNvPr id="2" name="Picture 1" descr="A screenshot of a computer&#10;&#10;Description automatically generated">
            <a:extLst>
              <a:ext uri="{FF2B5EF4-FFF2-40B4-BE49-F238E27FC236}">
                <a16:creationId xmlns:a16="http://schemas.microsoft.com/office/drawing/2014/main" id="{AA29258A-1D2C-E090-570A-23F3801C5121}"/>
              </a:ext>
            </a:extLst>
          </p:cNvPr>
          <p:cNvPicPr>
            <a:picLocks noChangeAspect="1"/>
          </p:cNvPicPr>
          <p:nvPr/>
        </p:nvPicPr>
        <p:blipFill>
          <a:blip r:embed="rId15"/>
          <a:stretch>
            <a:fillRect/>
          </a:stretch>
        </p:blipFill>
        <p:spPr>
          <a:xfrm>
            <a:off x="964520" y="739133"/>
            <a:ext cx="10262960" cy="4609518"/>
          </a:xfrm>
          <a:prstGeom prst="rect">
            <a:avLst/>
          </a:prstGeom>
        </p:spPr>
      </p:pic>
    </p:spTree>
    <p:extLst>
      <p:ext uri="{BB962C8B-B14F-4D97-AF65-F5344CB8AC3E}">
        <p14:creationId xmlns:p14="http://schemas.microsoft.com/office/powerpoint/2010/main" val="23628807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609106" y="150814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4. Thiết lập đối tượng lớp cơ sở Người:</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sp>
        <p:nvSpPr>
          <p:cNvPr id="7" name="TextBox 6">
            <a:extLst>
              <a:ext uri="{FF2B5EF4-FFF2-40B4-BE49-F238E27FC236}">
                <a16:creationId xmlns:a16="http://schemas.microsoft.com/office/drawing/2014/main" id="{0020AD92-930B-BA48-A98B-E704CC1CB7D9}"/>
              </a:ext>
            </a:extLst>
          </p:cNvPr>
          <p:cNvSpPr txBox="1"/>
          <p:nvPr/>
        </p:nvSpPr>
        <p:spPr>
          <a:xfrm>
            <a:off x="969573" y="2478559"/>
            <a:ext cx="9858448" cy="1384995"/>
          </a:xfrm>
          <a:prstGeom prst="rect">
            <a:avLst/>
          </a:prstGeom>
          <a:noFill/>
        </p:spPr>
        <p:txBody>
          <a:bodyPr wrap="square" rtlCol="0">
            <a:spAutoFit/>
          </a:bodyPr>
          <a:lstStyle/>
          <a:p>
            <a:r>
              <a:rPr lang="vi-VN" sz="2800">
                <a:solidFill>
                  <a:schemeClr val="accent2">
                    <a:lumMod val="75000"/>
                  </a:schemeClr>
                </a:solidFill>
                <a:latin typeface="Times New Roman" panose="02020603050405020304" pitchFamily="18" charset="0"/>
                <a:cs typeface="Times New Roman" panose="02020603050405020304" pitchFamily="18" charset="0"/>
              </a:rPr>
              <a:t>- Có các thuộc tính protected: userName, hoTen, ngaySinh, …</a:t>
            </a:r>
          </a:p>
          <a:p>
            <a:r>
              <a:rPr lang="vi-VN" sz="2800">
                <a:solidFill>
                  <a:schemeClr val="accent2">
                    <a:lumMod val="75000"/>
                  </a:schemeClr>
                </a:solidFill>
                <a:latin typeface="Times New Roman" panose="02020603050405020304" pitchFamily="18" charset="0"/>
                <a:cs typeface="Times New Roman" panose="02020603050405020304" pitchFamily="18" charset="0"/>
              </a:rPr>
              <a:t>- Các phương thức setter, getter và xuất được thông tin chi tiết của từng đối tượng thuộc lớp Người.</a:t>
            </a:r>
          </a:p>
        </p:txBody>
      </p:sp>
    </p:spTree>
    <p:extLst>
      <p:ext uri="{BB962C8B-B14F-4D97-AF65-F5344CB8AC3E}">
        <p14:creationId xmlns:p14="http://schemas.microsoft.com/office/powerpoint/2010/main" val="17866751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pic>
        <p:nvPicPr>
          <p:cNvPr id="2" name="Picture 1" descr="A screenshot of a computer&#10;&#10;Description automatically generated">
            <a:extLst>
              <a:ext uri="{FF2B5EF4-FFF2-40B4-BE49-F238E27FC236}">
                <a16:creationId xmlns:a16="http://schemas.microsoft.com/office/drawing/2014/main" id="{A499DC9C-DFFD-7628-70CB-EE8E5B49A1E7}"/>
              </a:ext>
            </a:extLst>
          </p:cNvPr>
          <p:cNvPicPr>
            <a:picLocks noChangeAspect="1"/>
          </p:cNvPicPr>
          <p:nvPr/>
        </p:nvPicPr>
        <p:blipFill>
          <a:blip r:embed="rId15"/>
          <a:stretch>
            <a:fillRect/>
          </a:stretch>
        </p:blipFill>
        <p:spPr>
          <a:xfrm>
            <a:off x="1873731" y="862375"/>
            <a:ext cx="8444538" cy="4946731"/>
          </a:xfrm>
          <a:prstGeom prst="rect">
            <a:avLst/>
          </a:prstGeom>
        </p:spPr>
      </p:pic>
    </p:spTree>
    <p:extLst>
      <p:ext uri="{BB962C8B-B14F-4D97-AF65-F5344CB8AC3E}">
        <p14:creationId xmlns:p14="http://schemas.microsoft.com/office/powerpoint/2010/main" val="40839885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609106" y="150814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4. Thiết lập đối tượng lớp cơ sở Người:</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sp>
        <p:nvSpPr>
          <p:cNvPr id="7" name="TextBox 6">
            <a:extLst>
              <a:ext uri="{FF2B5EF4-FFF2-40B4-BE49-F238E27FC236}">
                <a16:creationId xmlns:a16="http://schemas.microsoft.com/office/drawing/2014/main" id="{0020AD92-930B-BA48-A98B-E704CC1CB7D9}"/>
              </a:ext>
            </a:extLst>
          </p:cNvPr>
          <p:cNvSpPr txBox="1"/>
          <p:nvPr/>
        </p:nvSpPr>
        <p:spPr>
          <a:xfrm>
            <a:off x="1166776" y="3435119"/>
            <a:ext cx="9858448" cy="1384995"/>
          </a:xfrm>
          <a:prstGeom prst="rect">
            <a:avLst/>
          </a:prstGeom>
          <a:noFill/>
        </p:spPr>
        <p:txBody>
          <a:bodyPr wrap="square" rtlCol="0">
            <a:spAutoFit/>
          </a:bodyPr>
          <a:lstStyle/>
          <a:p>
            <a:r>
              <a:rPr lang="vi-VN" sz="2800">
                <a:solidFill>
                  <a:schemeClr val="accent2">
                    <a:lumMod val="75000"/>
                  </a:schemeClr>
                </a:solidFill>
                <a:latin typeface="Times New Roman" panose="02020603050405020304" pitchFamily="18" charset="0"/>
                <a:cs typeface="Times New Roman" panose="02020603050405020304" pitchFamily="18" charset="0"/>
              </a:rPr>
              <a:t>- Thừa kế kiểu public từ lớp Người.</a:t>
            </a:r>
          </a:p>
          <a:p>
            <a:r>
              <a:rPr lang="vi-VN" sz="2800">
                <a:solidFill>
                  <a:schemeClr val="accent2">
                    <a:lumMod val="75000"/>
                  </a:schemeClr>
                </a:solidFill>
                <a:latin typeface="Times New Roman" panose="02020603050405020304" pitchFamily="18" charset="0"/>
                <a:cs typeface="Times New Roman" panose="02020603050405020304" pitchFamily="18" charset="0"/>
              </a:rPr>
              <a:t>- Có các chức năng xem kho Sách, cập nhật thông tin Sách, thêm - xóa và cập nhật số lượng Sách.</a:t>
            </a:r>
          </a:p>
        </p:txBody>
      </p:sp>
      <p:sp>
        <p:nvSpPr>
          <p:cNvPr id="2" name="TextBox 1">
            <a:extLst>
              <a:ext uri="{FF2B5EF4-FFF2-40B4-BE49-F238E27FC236}">
                <a16:creationId xmlns:a16="http://schemas.microsoft.com/office/drawing/2014/main" id="{CD0D7770-F9B1-F3E9-756C-970AEA85F497}"/>
              </a:ext>
            </a:extLst>
          </p:cNvPr>
          <p:cNvSpPr txBox="1"/>
          <p:nvPr/>
        </p:nvSpPr>
        <p:spPr>
          <a:xfrm>
            <a:off x="609106" y="237979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a) Lớp Quản kho:</a:t>
            </a:r>
          </a:p>
        </p:txBody>
      </p:sp>
    </p:spTree>
    <p:extLst>
      <p:ext uri="{BB962C8B-B14F-4D97-AF65-F5344CB8AC3E}">
        <p14:creationId xmlns:p14="http://schemas.microsoft.com/office/powerpoint/2010/main" val="30677660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up)">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609106" y="150814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4. Thiết lập đối tượng lớp cơ sở Người:</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sp>
        <p:nvSpPr>
          <p:cNvPr id="7" name="TextBox 6">
            <a:extLst>
              <a:ext uri="{FF2B5EF4-FFF2-40B4-BE49-F238E27FC236}">
                <a16:creationId xmlns:a16="http://schemas.microsoft.com/office/drawing/2014/main" id="{0020AD92-930B-BA48-A98B-E704CC1CB7D9}"/>
              </a:ext>
            </a:extLst>
          </p:cNvPr>
          <p:cNvSpPr txBox="1"/>
          <p:nvPr/>
        </p:nvSpPr>
        <p:spPr>
          <a:xfrm>
            <a:off x="1166776" y="3435119"/>
            <a:ext cx="9858448" cy="1384995"/>
          </a:xfrm>
          <a:prstGeom prst="rect">
            <a:avLst/>
          </a:prstGeom>
          <a:noFill/>
        </p:spPr>
        <p:txBody>
          <a:bodyPr wrap="square" rtlCol="0">
            <a:spAutoFit/>
          </a:bodyPr>
          <a:lstStyle/>
          <a:p>
            <a:r>
              <a:rPr lang="vi-VN" sz="2800">
                <a:solidFill>
                  <a:schemeClr val="accent2">
                    <a:lumMod val="75000"/>
                  </a:schemeClr>
                </a:solidFill>
                <a:latin typeface="Times New Roman" panose="02020603050405020304" pitchFamily="18" charset="0"/>
                <a:cs typeface="Times New Roman" panose="02020603050405020304" pitchFamily="18" charset="0"/>
              </a:rPr>
              <a:t>- Thừa kế kiểu public từ lớp Người.</a:t>
            </a:r>
          </a:p>
          <a:p>
            <a:r>
              <a:rPr lang="vi-VN" sz="2800">
                <a:solidFill>
                  <a:schemeClr val="accent2">
                    <a:lumMod val="75000"/>
                  </a:schemeClr>
                </a:solidFill>
                <a:latin typeface="Times New Roman" panose="02020603050405020304" pitchFamily="18" charset="0"/>
                <a:cs typeface="Times New Roman" panose="02020603050405020304" pitchFamily="18" charset="0"/>
              </a:rPr>
              <a:t>- Có các chức năng xem danh sách Bạn Đọc, xem kho Sách, duyệt các đơn xin mượn – trả Sách</a:t>
            </a:r>
          </a:p>
        </p:txBody>
      </p:sp>
      <p:sp>
        <p:nvSpPr>
          <p:cNvPr id="2" name="TextBox 1">
            <a:extLst>
              <a:ext uri="{FF2B5EF4-FFF2-40B4-BE49-F238E27FC236}">
                <a16:creationId xmlns:a16="http://schemas.microsoft.com/office/drawing/2014/main" id="{CD0D7770-F9B1-F3E9-756C-970AEA85F497}"/>
              </a:ext>
            </a:extLst>
          </p:cNvPr>
          <p:cNvSpPr txBox="1"/>
          <p:nvPr/>
        </p:nvSpPr>
        <p:spPr>
          <a:xfrm>
            <a:off x="609106" y="237979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b) Lớp Thu ngân:</a:t>
            </a:r>
          </a:p>
        </p:txBody>
      </p:sp>
    </p:spTree>
    <p:extLst>
      <p:ext uri="{BB962C8B-B14F-4D97-AF65-F5344CB8AC3E}">
        <p14:creationId xmlns:p14="http://schemas.microsoft.com/office/powerpoint/2010/main" val="11098295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up)">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609106" y="150814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4. Thiết lập đối tượng lớp cơ sở Người:</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sp>
        <p:nvSpPr>
          <p:cNvPr id="7" name="TextBox 6">
            <a:extLst>
              <a:ext uri="{FF2B5EF4-FFF2-40B4-BE49-F238E27FC236}">
                <a16:creationId xmlns:a16="http://schemas.microsoft.com/office/drawing/2014/main" id="{0020AD92-930B-BA48-A98B-E704CC1CB7D9}"/>
              </a:ext>
            </a:extLst>
          </p:cNvPr>
          <p:cNvSpPr txBox="1"/>
          <p:nvPr/>
        </p:nvSpPr>
        <p:spPr>
          <a:xfrm>
            <a:off x="1166776" y="3435119"/>
            <a:ext cx="9858448" cy="954107"/>
          </a:xfrm>
          <a:prstGeom prst="rect">
            <a:avLst/>
          </a:prstGeom>
          <a:noFill/>
        </p:spPr>
        <p:txBody>
          <a:bodyPr wrap="square" rtlCol="0">
            <a:spAutoFit/>
          </a:bodyPr>
          <a:lstStyle/>
          <a:p>
            <a:r>
              <a:rPr lang="vi-VN" sz="2800">
                <a:solidFill>
                  <a:schemeClr val="accent2">
                    <a:lumMod val="75000"/>
                  </a:schemeClr>
                </a:solidFill>
                <a:latin typeface="Times New Roman" panose="02020603050405020304" pitchFamily="18" charset="0"/>
                <a:cs typeface="Times New Roman" panose="02020603050405020304" pitchFamily="18" charset="0"/>
              </a:rPr>
              <a:t>- Thừa kế kiểu public từ lớp Người.</a:t>
            </a:r>
          </a:p>
          <a:p>
            <a:r>
              <a:rPr lang="vi-VN" sz="2800">
                <a:solidFill>
                  <a:schemeClr val="accent2">
                    <a:lumMod val="75000"/>
                  </a:schemeClr>
                </a:solidFill>
                <a:latin typeface="Times New Roman" panose="02020603050405020304" pitchFamily="18" charset="0"/>
                <a:cs typeface="Times New Roman" panose="02020603050405020304" pitchFamily="18" charset="0"/>
              </a:rPr>
              <a:t>- Có các chức năng: xem kho Sách, yêu cầu mượn – trả Sách.</a:t>
            </a:r>
          </a:p>
        </p:txBody>
      </p:sp>
      <p:sp>
        <p:nvSpPr>
          <p:cNvPr id="2" name="TextBox 1">
            <a:extLst>
              <a:ext uri="{FF2B5EF4-FFF2-40B4-BE49-F238E27FC236}">
                <a16:creationId xmlns:a16="http://schemas.microsoft.com/office/drawing/2014/main" id="{CD0D7770-F9B1-F3E9-756C-970AEA85F497}"/>
              </a:ext>
            </a:extLst>
          </p:cNvPr>
          <p:cNvSpPr txBox="1"/>
          <p:nvPr/>
        </p:nvSpPr>
        <p:spPr>
          <a:xfrm>
            <a:off x="609106" y="237979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c) Lớp Bạn đọc:</a:t>
            </a:r>
          </a:p>
        </p:txBody>
      </p:sp>
    </p:spTree>
    <p:extLst>
      <p:ext uri="{BB962C8B-B14F-4D97-AF65-F5344CB8AC3E}">
        <p14:creationId xmlns:p14="http://schemas.microsoft.com/office/powerpoint/2010/main" val="15579377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up)">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609106" y="150814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4. Thiết lập đối tượng lớp cơ sở Người:</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sp>
        <p:nvSpPr>
          <p:cNvPr id="7" name="TextBox 6">
            <a:extLst>
              <a:ext uri="{FF2B5EF4-FFF2-40B4-BE49-F238E27FC236}">
                <a16:creationId xmlns:a16="http://schemas.microsoft.com/office/drawing/2014/main" id="{0020AD92-930B-BA48-A98B-E704CC1CB7D9}"/>
              </a:ext>
            </a:extLst>
          </p:cNvPr>
          <p:cNvSpPr txBox="1"/>
          <p:nvPr/>
        </p:nvSpPr>
        <p:spPr>
          <a:xfrm>
            <a:off x="1166776" y="3435119"/>
            <a:ext cx="9858448" cy="1384995"/>
          </a:xfrm>
          <a:prstGeom prst="rect">
            <a:avLst/>
          </a:prstGeom>
          <a:noFill/>
        </p:spPr>
        <p:txBody>
          <a:bodyPr wrap="square" rtlCol="0">
            <a:spAutoFit/>
          </a:bodyPr>
          <a:lstStyle/>
          <a:p>
            <a:r>
              <a:rPr lang="vi-VN" sz="2800">
                <a:solidFill>
                  <a:schemeClr val="accent2">
                    <a:lumMod val="75000"/>
                  </a:schemeClr>
                </a:solidFill>
                <a:latin typeface="Times New Roman" panose="02020603050405020304" pitchFamily="18" charset="0"/>
                <a:cs typeface="Times New Roman" panose="02020603050405020304" pitchFamily="18" charset="0"/>
              </a:rPr>
              <a:t>- Thừa kế kiểu public từ lớp Người.</a:t>
            </a:r>
          </a:p>
          <a:p>
            <a:r>
              <a:rPr lang="vi-VN" sz="2800">
                <a:solidFill>
                  <a:schemeClr val="accent2">
                    <a:lumMod val="75000"/>
                  </a:schemeClr>
                </a:solidFill>
                <a:latin typeface="Times New Roman" panose="02020603050405020304" pitchFamily="18" charset="0"/>
                <a:cs typeface="Times New Roman" panose="02020603050405020304" pitchFamily="18" charset="0"/>
              </a:rPr>
              <a:t>- Là đối tượng trực tiếp quản lí các đối tượng Thu ngân, Quản Kho và Bạn đọc bằng các hàm thêm, xóa, chỉnh sửa thông tin.</a:t>
            </a:r>
          </a:p>
        </p:txBody>
      </p:sp>
      <p:sp>
        <p:nvSpPr>
          <p:cNvPr id="2" name="TextBox 1">
            <a:extLst>
              <a:ext uri="{FF2B5EF4-FFF2-40B4-BE49-F238E27FC236}">
                <a16:creationId xmlns:a16="http://schemas.microsoft.com/office/drawing/2014/main" id="{CD0D7770-F9B1-F3E9-756C-970AEA85F497}"/>
              </a:ext>
            </a:extLst>
          </p:cNvPr>
          <p:cNvSpPr txBox="1"/>
          <p:nvPr/>
        </p:nvSpPr>
        <p:spPr>
          <a:xfrm>
            <a:off x="609106" y="237979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d) Lớp Quản lí:</a:t>
            </a:r>
          </a:p>
        </p:txBody>
      </p:sp>
    </p:spTree>
    <p:extLst>
      <p:ext uri="{BB962C8B-B14F-4D97-AF65-F5344CB8AC3E}">
        <p14:creationId xmlns:p14="http://schemas.microsoft.com/office/powerpoint/2010/main" val="2933329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up)">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609106" y="150814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5. Xây dựng hàm main():</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sp>
        <p:nvSpPr>
          <p:cNvPr id="8" name="TextBox 7">
            <a:extLst>
              <a:ext uri="{FF2B5EF4-FFF2-40B4-BE49-F238E27FC236}">
                <a16:creationId xmlns:a16="http://schemas.microsoft.com/office/drawing/2014/main" id="{BF2DB957-ABA7-F928-78D6-995CC99642ED}"/>
              </a:ext>
            </a:extLst>
          </p:cNvPr>
          <p:cNvSpPr txBox="1"/>
          <p:nvPr/>
        </p:nvSpPr>
        <p:spPr>
          <a:xfrm>
            <a:off x="657227" y="2306347"/>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a) Lưu đồ hàm main():</a:t>
            </a:r>
          </a:p>
        </p:txBody>
      </p:sp>
    </p:spTree>
    <p:extLst>
      <p:ext uri="{BB962C8B-B14F-4D97-AF65-F5344CB8AC3E}">
        <p14:creationId xmlns:p14="http://schemas.microsoft.com/office/powerpoint/2010/main" val="38611727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up)">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pic>
        <p:nvPicPr>
          <p:cNvPr id="7" name="Picture 6">
            <a:extLst>
              <a:ext uri="{FF2B5EF4-FFF2-40B4-BE49-F238E27FC236}">
                <a16:creationId xmlns:a16="http://schemas.microsoft.com/office/drawing/2014/main" id="{AC46ADF0-FCA3-7C5F-1F81-CBFE6E8FE9AB}"/>
              </a:ext>
            </a:extLst>
          </p:cNvPr>
          <p:cNvPicPr>
            <a:picLocks noChangeAspect="1"/>
          </p:cNvPicPr>
          <p:nvPr/>
        </p:nvPicPr>
        <p:blipFill>
          <a:blip r:embed="rId15"/>
          <a:stretch>
            <a:fillRect/>
          </a:stretch>
        </p:blipFill>
        <p:spPr>
          <a:xfrm>
            <a:off x="2911151" y="151086"/>
            <a:ext cx="6552889" cy="6300880"/>
          </a:xfrm>
          <a:prstGeom prst="rect">
            <a:avLst/>
          </a:prstGeom>
        </p:spPr>
      </p:pic>
    </p:spTree>
    <p:extLst>
      <p:ext uri="{BB962C8B-B14F-4D97-AF65-F5344CB8AC3E}">
        <p14:creationId xmlns:p14="http://schemas.microsoft.com/office/powerpoint/2010/main" val="11220861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18" name="Rectangle: Top Corners Rounded 17">
            <a:extLst>
              <a:ext uri="{FF2B5EF4-FFF2-40B4-BE49-F238E27FC236}">
                <a16:creationId xmlns:a16="http://schemas.microsoft.com/office/drawing/2014/main" id="{541059BF-C13E-B40E-AFC6-689C61E6AEF4}"/>
              </a:ext>
            </a:extLst>
          </p:cNvPr>
          <p:cNvSpPr/>
          <p:nvPr/>
        </p:nvSpPr>
        <p:spPr>
          <a:xfrm>
            <a:off x="-1372304" y="-62179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2CEF3C-3780-33FA-C321-2EE6E973755F}"/>
              </a:ext>
            </a:extLst>
          </p:cNvPr>
          <p:cNvSpPr txBox="1"/>
          <p:nvPr/>
        </p:nvSpPr>
        <p:spPr>
          <a:xfrm>
            <a:off x="3999371" y="-6181078"/>
            <a:ext cx="4284697" cy="646331"/>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 </a:t>
            </a:r>
            <a:r>
              <a:rPr lang="en-US" sz="3600" b="1" err="1">
                <a:solidFill>
                  <a:schemeClr val="bg1"/>
                </a:solidFill>
                <a:latin typeface="Times New Roman" panose="02020603050405020304" pitchFamily="18" charset="0"/>
                <a:cs typeface="Times New Roman" panose="02020603050405020304" pitchFamily="18" charset="0"/>
              </a:rPr>
              <a:t>Giới</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thiệu</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dự</a:t>
            </a:r>
            <a:r>
              <a:rPr lang="en-US" sz="3600" b="1">
                <a:solidFill>
                  <a:schemeClr val="bg1"/>
                </a:solidFill>
                <a:latin typeface="Times New Roman" panose="02020603050405020304" pitchFamily="18" charset="0"/>
                <a:cs typeface="Times New Roman" panose="02020603050405020304" pitchFamily="18" charset="0"/>
              </a:rPr>
              <a:t> </a:t>
            </a:r>
            <a:r>
              <a:rPr lang="en-US" sz="3600" b="1" err="1">
                <a:solidFill>
                  <a:schemeClr val="bg1"/>
                </a:solidFill>
                <a:latin typeface="Times New Roman" panose="02020603050405020304" pitchFamily="18" charset="0"/>
                <a:cs typeface="Times New Roman" panose="02020603050405020304" pitchFamily="18" charset="0"/>
              </a:rPr>
              <a:t>án</a:t>
            </a:r>
            <a:endParaRPr lang="en-US" sz="3600" b="1">
              <a:solidFill>
                <a:schemeClr val="bg1"/>
              </a:solidFill>
              <a:latin typeface="Times New Roman" panose="02020603050405020304" pitchFamily="18" charset="0"/>
              <a:cs typeface="Times New Roman" panose="02020603050405020304" pitchFamily="18" charset="0"/>
            </a:endParaRPr>
          </a:p>
        </p:txBody>
      </p:sp>
      <p:pic>
        <p:nvPicPr>
          <p:cNvPr id="5" name="Graphic 4" descr="Books on shelf with solid fill">
            <a:extLst>
              <a:ext uri="{FF2B5EF4-FFF2-40B4-BE49-F238E27FC236}">
                <a16:creationId xmlns:a16="http://schemas.microsoft.com/office/drawing/2014/main" id="{06AF2C0D-20AE-1682-251A-9ABCF56E55A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9720" y="-972597"/>
            <a:ext cx="914400" cy="914400"/>
          </a:xfrm>
          <a:prstGeom prst="rect">
            <a:avLst/>
          </a:prstGeom>
        </p:spPr>
      </p:pic>
      <p:sp>
        <p:nvSpPr>
          <p:cNvPr id="6" name="TextBox 5">
            <a:extLst>
              <a:ext uri="{FF2B5EF4-FFF2-40B4-BE49-F238E27FC236}">
                <a16:creationId xmlns:a16="http://schemas.microsoft.com/office/drawing/2014/main" id="{B482E856-6AFF-0F60-90D9-BB31212B8E50}"/>
              </a:ext>
            </a:extLst>
          </p:cNvPr>
          <p:cNvSpPr txBox="1"/>
          <p:nvPr/>
        </p:nvSpPr>
        <p:spPr>
          <a:xfrm>
            <a:off x="414750" y="-5228921"/>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3. </a:t>
            </a:r>
            <a:r>
              <a:rPr lang="en-US" sz="3200" err="1">
                <a:solidFill>
                  <a:schemeClr val="bg1"/>
                </a:solidFill>
                <a:latin typeface="Times New Roman" panose="02020603050405020304" pitchFamily="18" charset="0"/>
                <a:cs typeface="Times New Roman" panose="02020603050405020304" pitchFamily="18" charset="0"/>
              </a:rPr>
              <a:t>Điểm</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mạnh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của</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Rectangle: Top Corners Rounded 13">
            <a:extLst>
              <a:ext uri="{FF2B5EF4-FFF2-40B4-BE49-F238E27FC236}">
                <a16:creationId xmlns:a16="http://schemas.microsoft.com/office/drawing/2014/main" id="{47680542-49BA-B0CB-8C6F-0431C0B2221E}"/>
              </a:ext>
            </a:extLst>
          </p:cNvPr>
          <p:cNvSpPr/>
          <p:nvPr/>
        </p:nvSpPr>
        <p:spPr>
          <a:xfrm>
            <a:off x="0" y="-58197"/>
            <a:ext cx="9464040" cy="7465361"/>
          </a:xfrm>
          <a:prstGeom prst="round2SameRect">
            <a:avLst>
              <a:gd name="adj1" fmla="val 0"/>
              <a:gd name="adj2" fmla="val 0"/>
            </a:avLst>
          </a:prstGeom>
          <a:gradFill flip="none" rotWithShape="1">
            <a:gsLst>
              <a:gs pos="0">
                <a:srgbClr val="8F768C">
                  <a:alpha val="0"/>
                </a:srgbClr>
              </a:gs>
              <a:gs pos="72000">
                <a:srgbClr val="F0F8FD"/>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1F38E-0C2C-60F4-34E7-2D901E8B4833}"/>
              </a:ext>
            </a:extLst>
          </p:cNvPr>
          <p:cNvSpPr txBox="1"/>
          <p:nvPr/>
        </p:nvSpPr>
        <p:spPr>
          <a:xfrm>
            <a:off x="489476" y="601177"/>
            <a:ext cx="5116143" cy="584775"/>
          </a:xfrm>
          <a:prstGeom prst="rect">
            <a:avLst/>
          </a:prstGeom>
          <a:noFill/>
        </p:spPr>
        <p:txBody>
          <a:bodyPr wrap="square" rtlCol="0">
            <a:spAutoFit/>
          </a:bodyPr>
          <a:lstStyle/>
          <a:p>
            <a:pPr algn="ctr"/>
            <a:r>
              <a:rPr lang="en-US" sz="3200" b="1">
                <a:solidFill>
                  <a:schemeClr val="accent5">
                    <a:lumMod val="50000"/>
                  </a:schemeClr>
                </a:solidFill>
                <a:latin typeface="Times New Roman" panose="02020603050405020304" pitchFamily="18" charset="0"/>
                <a:cs typeface="Times New Roman" panose="02020603050405020304" pitchFamily="18" charset="0"/>
              </a:rPr>
              <a:t>II. Xây dựng chương trình</a:t>
            </a:r>
          </a:p>
        </p:txBody>
      </p:sp>
      <p:sp>
        <p:nvSpPr>
          <p:cNvPr id="16" name="TextBox 15">
            <a:extLst>
              <a:ext uri="{FF2B5EF4-FFF2-40B4-BE49-F238E27FC236}">
                <a16:creationId xmlns:a16="http://schemas.microsoft.com/office/drawing/2014/main" id="{525A520F-917C-562E-F59F-B6F68260E8A6}"/>
              </a:ext>
            </a:extLst>
          </p:cNvPr>
          <p:cNvSpPr txBox="1"/>
          <p:nvPr/>
        </p:nvSpPr>
        <p:spPr>
          <a:xfrm>
            <a:off x="609106" y="1508145"/>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5. Xây dựng hàm main():</a:t>
            </a:r>
          </a:p>
        </p:txBody>
      </p:sp>
      <p:sp>
        <p:nvSpPr>
          <p:cNvPr id="19" name="TextBox 18">
            <a:extLst>
              <a:ext uri="{FF2B5EF4-FFF2-40B4-BE49-F238E27FC236}">
                <a16:creationId xmlns:a16="http://schemas.microsoft.com/office/drawing/2014/main" id="{D6E1F927-F049-606D-E7E0-4DBF46EB1BAD}"/>
              </a:ext>
            </a:extLst>
          </p:cNvPr>
          <p:cNvSpPr txBox="1"/>
          <p:nvPr/>
        </p:nvSpPr>
        <p:spPr>
          <a:xfrm>
            <a:off x="756920" y="-4726660"/>
            <a:ext cx="10776030" cy="1819472"/>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trực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tiếp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làm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quen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thao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dụng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dễ</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dàng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Cho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phép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thuận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phát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triển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nâng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cấp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chương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trình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về</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sau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30000"/>
              </a:lnSpc>
              <a:spcAft>
                <a:spcPts val="800"/>
              </a:spcAft>
            </a:pPr>
            <a:endParaRPr lang="en-US" sz="280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94C0F65-B395-7DC1-005F-88C9F58B227A}"/>
              </a:ext>
            </a:extLst>
          </p:cNvPr>
          <p:cNvSpPr txBox="1"/>
          <p:nvPr/>
        </p:nvSpPr>
        <p:spPr>
          <a:xfrm>
            <a:off x="750490" y="-3587630"/>
            <a:ext cx="10776030" cy="1728807"/>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ban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thư</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truy</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cập</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thông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tin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liên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quan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đến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việc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kiểm</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soát</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số</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lượng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đầu</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còn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lại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trong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Quản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lí</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các</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tài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khoản</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của</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người</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latin typeface="Times New Roman" panose="02020603050405020304" pitchFamily="18" charset="0"/>
                <a:ea typeface="Aptos" panose="020B0004020202020204" pitchFamily="34" charset="0"/>
                <a:cs typeface="Times New Roman" panose="02020603050405020304" pitchFamily="18" charset="0"/>
              </a:rPr>
              <a:t>dùng</a:t>
            </a: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931CF62-B302-207B-9246-282EF08396D4}"/>
              </a:ext>
            </a:extLst>
          </p:cNvPr>
          <p:cNvSpPr txBox="1"/>
          <p:nvPr/>
        </p:nvSpPr>
        <p:spPr>
          <a:xfrm>
            <a:off x="750490" y="-1946954"/>
            <a:ext cx="10776030" cy="1168653"/>
          </a:xfrm>
          <a:prstGeom prst="rect">
            <a:avLst/>
          </a:prstGeom>
          <a:noFill/>
        </p:spPr>
        <p:txBody>
          <a:bodyPr wrap="square" rtlCol="0">
            <a:spAutoFit/>
          </a:bodyPr>
          <a:lstStyle/>
          <a:p>
            <a:pPr algn="just">
              <a:lnSpc>
                <a:spcPct val="130000"/>
              </a:lnSpc>
              <a:spcAft>
                <a:spcPts val="800"/>
              </a:spcAft>
            </a:pPr>
            <a:r>
              <a:rPr lang="en-US" sz="2800" kern="100">
                <a:solidFill>
                  <a:schemeClr val="bg1"/>
                </a:solidFill>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Hệ</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thống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đăng</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nhập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toàn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tính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bảo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mật</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giúp</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độc</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thể</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theo</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dõi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gian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mượn</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trả</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err="1">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vi-VN" sz="28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2" name="Graphic 21" descr="Harvey Balls 20% outline">
            <a:extLst>
              <a:ext uri="{FF2B5EF4-FFF2-40B4-BE49-F238E27FC236}">
                <a16:creationId xmlns:a16="http://schemas.microsoft.com/office/drawing/2014/main" id="{9F1A5AA1-753E-CF9C-6FD9-9D93B133F2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761852">
            <a:off x="160020" y="5448442"/>
            <a:ext cx="1118475" cy="1128931"/>
          </a:xfrm>
          <a:prstGeom prst="rect">
            <a:avLst/>
          </a:prstGeom>
        </p:spPr>
      </p:pic>
      <p:pic>
        <p:nvPicPr>
          <p:cNvPr id="23" name="Graphic 22" descr="Harvey Balls 30% outline">
            <a:extLst>
              <a:ext uri="{FF2B5EF4-FFF2-40B4-BE49-F238E27FC236}">
                <a16:creationId xmlns:a16="http://schemas.microsoft.com/office/drawing/2014/main" id="{4CF86584-75F8-A8F7-189D-E68CA6C15C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6761852">
            <a:off x="1292660" y="5456791"/>
            <a:ext cx="1118475" cy="1128931"/>
          </a:xfrm>
          <a:prstGeom prst="rect">
            <a:avLst/>
          </a:prstGeom>
        </p:spPr>
      </p:pic>
      <p:pic>
        <p:nvPicPr>
          <p:cNvPr id="24" name="Graphic 23" descr="Harvey Balls 35% outline">
            <a:extLst>
              <a:ext uri="{FF2B5EF4-FFF2-40B4-BE49-F238E27FC236}">
                <a16:creationId xmlns:a16="http://schemas.microsoft.com/office/drawing/2014/main" id="{956930FD-A8E7-9FF6-E7C2-4F6928E2CC4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6761852">
            <a:off x="2376224" y="5497047"/>
            <a:ext cx="1118475" cy="1128931"/>
          </a:xfrm>
          <a:prstGeom prst="rect">
            <a:avLst/>
          </a:prstGeom>
        </p:spPr>
      </p:pic>
      <p:pic>
        <p:nvPicPr>
          <p:cNvPr id="25" name="Graphic 24" descr="Harvey Balls 5% outline">
            <a:extLst>
              <a:ext uri="{FF2B5EF4-FFF2-40B4-BE49-F238E27FC236}">
                <a16:creationId xmlns:a16="http://schemas.microsoft.com/office/drawing/2014/main" id="{2A51F980-9093-2703-C56A-7141E396FB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761852">
            <a:off x="4398445" y="5456789"/>
            <a:ext cx="1118475" cy="1128931"/>
          </a:xfrm>
          <a:prstGeom prst="rect">
            <a:avLst/>
          </a:prstGeom>
        </p:spPr>
      </p:pic>
      <p:pic>
        <p:nvPicPr>
          <p:cNvPr id="26" name="Graphic 25" descr="Harvey Balls 60% outline">
            <a:extLst>
              <a:ext uri="{FF2B5EF4-FFF2-40B4-BE49-F238E27FC236}">
                <a16:creationId xmlns:a16="http://schemas.microsoft.com/office/drawing/2014/main" id="{F18A0F1B-B6CE-6837-F55F-B9AF39AEF7E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761852">
            <a:off x="3443343" y="5456787"/>
            <a:ext cx="1118475" cy="1128931"/>
          </a:xfrm>
          <a:prstGeom prst="rect">
            <a:avLst/>
          </a:prstGeom>
        </p:spPr>
      </p:pic>
      <p:sp>
        <p:nvSpPr>
          <p:cNvPr id="8" name="TextBox 7">
            <a:extLst>
              <a:ext uri="{FF2B5EF4-FFF2-40B4-BE49-F238E27FC236}">
                <a16:creationId xmlns:a16="http://schemas.microsoft.com/office/drawing/2014/main" id="{BF2DB957-ABA7-F928-78D6-995CC99642ED}"/>
              </a:ext>
            </a:extLst>
          </p:cNvPr>
          <p:cNvSpPr txBox="1"/>
          <p:nvPr/>
        </p:nvSpPr>
        <p:spPr>
          <a:xfrm>
            <a:off x="657227" y="2306347"/>
            <a:ext cx="6780529" cy="523220"/>
          </a:xfrm>
          <a:prstGeom prst="rect">
            <a:avLst/>
          </a:prstGeom>
          <a:noFill/>
        </p:spPr>
        <p:txBody>
          <a:bodyPr wrap="square" rtlCol="0">
            <a:spAutoFit/>
          </a:bodyPr>
          <a:lstStyle/>
          <a:p>
            <a:r>
              <a:rPr lang="en-US" sz="2800">
                <a:solidFill>
                  <a:schemeClr val="accent5">
                    <a:lumMod val="50000"/>
                  </a:schemeClr>
                </a:solidFill>
                <a:latin typeface="Times New Roman" panose="02020603050405020304" pitchFamily="18" charset="0"/>
                <a:cs typeface="Times New Roman" panose="02020603050405020304" pitchFamily="18" charset="0"/>
              </a:rPr>
              <a:t>b) Hàm main():</a:t>
            </a:r>
          </a:p>
        </p:txBody>
      </p:sp>
      <p:pic>
        <p:nvPicPr>
          <p:cNvPr id="2" name="Picture 1" descr="A screen shot of a computer code&#10;&#10;Description automatically generated">
            <a:extLst>
              <a:ext uri="{FF2B5EF4-FFF2-40B4-BE49-F238E27FC236}">
                <a16:creationId xmlns:a16="http://schemas.microsoft.com/office/drawing/2014/main" id="{06941055-F76B-52CE-92DE-84198EB32B21}"/>
              </a:ext>
            </a:extLst>
          </p:cNvPr>
          <p:cNvPicPr>
            <a:picLocks noChangeAspect="1"/>
          </p:cNvPicPr>
          <p:nvPr/>
        </p:nvPicPr>
        <p:blipFill>
          <a:blip r:embed="rId15"/>
          <a:stretch>
            <a:fillRect/>
          </a:stretch>
        </p:blipFill>
        <p:spPr>
          <a:xfrm>
            <a:off x="3513075" y="2567957"/>
            <a:ext cx="8013445" cy="3267876"/>
          </a:xfrm>
          <a:prstGeom prst="rect">
            <a:avLst/>
          </a:prstGeom>
        </p:spPr>
      </p:pic>
    </p:spTree>
    <p:extLst>
      <p:ext uri="{BB962C8B-B14F-4D97-AF65-F5344CB8AC3E}">
        <p14:creationId xmlns:p14="http://schemas.microsoft.com/office/powerpoint/2010/main" val="35663627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2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23"/>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24"/>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26"/>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25"/>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6.25E-7 1.48148E-6 L 6.25E-7 0.00023 " pathEditMode="relative" rAng="0" ptsTypes="AA">
                                      <p:cBhvr>
                                        <p:cTn id="17" dur="5000" spd="-100000" fill="hold"/>
                                        <p:tgtEl>
                                          <p:spTgt spid="5"/>
                                        </p:tgtEl>
                                        <p:attrNameLst>
                                          <p:attrName>ppt_x</p:attrName>
                                          <p:attrName>ppt_y</p:attrName>
                                        </p:attrNameLst>
                                      </p:cBhvr>
                                      <p:rCtr x="0" y="23"/>
                                    </p:animMotion>
                                  </p:childTnLst>
                                </p:cTn>
                              </p:par>
                              <p:par>
                                <p:cTn id="18" presetID="8" presetClass="emph" presetSubtype="0" repeatCount="indefinite" autoRev="1" fill="hold" nodeType="withEffect">
                                  <p:stCondLst>
                                    <p:cond delay="0"/>
                                  </p:stCondLst>
                                  <p:childTnLst>
                                    <p:animRot by="1800000">
                                      <p:cBhvr>
                                        <p:cTn id="19" dur="5000" fill="hold"/>
                                        <p:tgtEl>
                                          <p:spTgt spid="5"/>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up)">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5" name="Rectangle: Top Corners Rounded 4">
            <a:extLst>
              <a:ext uri="{FF2B5EF4-FFF2-40B4-BE49-F238E27FC236}">
                <a16:creationId xmlns:a16="http://schemas.microsoft.com/office/drawing/2014/main" id="{7741EAA8-6EBC-CA32-18B7-4F1FFB0D9F37}"/>
              </a:ext>
            </a:extLst>
          </p:cNvPr>
          <p:cNvSpPr/>
          <p:nvPr/>
        </p:nvSpPr>
        <p:spPr>
          <a:xfrm>
            <a:off x="-1418024" y="-8077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4E3A27-6803-1024-BE56-ABF66B0C106B}"/>
              </a:ext>
            </a:extLst>
          </p:cNvPr>
          <p:cNvSpPr txBox="1"/>
          <p:nvPr/>
        </p:nvSpPr>
        <p:spPr>
          <a:xfrm>
            <a:off x="3481826" y="159494"/>
            <a:ext cx="6368219" cy="1200329"/>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III. </a:t>
            </a:r>
            <a:r>
              <a:rPr lang="vi-VN" sz="3600" b="1">
                <a:solidFill>
                  <a:schemeClr val="bg1"/>
                </a:solidFill>
                <a:latin typeface="Times New Roman" panose="02020603050405020304" pitchFamily="18" charset="0"/>
                <a:cs typeface="Times New Roman" panose="02020603050405020304" pitchFamily="18" charset="0"/>
              </a:rPr>
              <a:t>KẾT QUẢ CHƯƠNG TRÌNH VÀ NHẬN XÉT</a:t>
            </a:r>
            <a:endParaRPr lang="en-US" sz="3600" b="1">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AB633F-C683-E09C-1780-63068E7D667F}"/>
              </a:ext>
            </a:extLst>
          </p:cNvPr>
          <p:cNvSpPr txBox="1"/>
          <p:nvPr/>
        </p:nvSpPr>
        <p:spPr>
          <a:xfrm>
            <a:off x="443674" y="1628681"/>
            <a:ext cx="6187729" cy="1077218"/>
          </a:xfrm>
          <a:prstGeom prst="rect">
            <a:avLst/>
          </a:prstGeom>
          <a:noFill/>
        </p:spPr>
        <p:txBody>
          <a:bodyPr wrap="square" rtlCol="0">
            <a:spAutoFit/>
          </a:bodyPr>
          <a:lstStyle/>
          <a:p>
            <a:pPr marL="514350" indent="-514350">
              <a:buAutoNum type="arabicPeriod"/>
            </a:pPr>
            <a:r>
              <a:rPr lang="en-US" sz="3200">
                <a:solidFill>
                  <a:schemeClr val="bg1"/>
                </a:solidFill>
                <a:latin typeface="Times New Roman" panose="02020603050405020304" pitchFamily="18" charset="0"/>
                <a:cs typeface="Times New Roman" panose="02020603050405020304" pitchFamily="18" charset="0"/>
              </a:rPr>
              <a:t>Giao diện của chương trình</a:t>
            </a:r>
          </a:p>
          <a:p>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0F40889-AC35-548F-A4D4-A624A2697266}"/>
              </a:ext>
            </a:extLst>
          </p:cNvPr>
          <p:cNvSpPr txBox="1"/>
          <p:nvPr/>
        </p:nvSpPr>
        <p:spPr>
          <a:xfrm>
            <a:off x="12164790"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2.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quản</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lí</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thư</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viện</a:t>
            </a:r>
            <a:r>
              <a:rPr lang="en-US" sz="3200">
                <a:solidFill>
                  <a:schemeClr val="bg1"/>
                </a:solidFill>
                <a:latin typeface="Times New Roman" panose="02020603050405020304" pitchFamily="18" charset="0"/>
                <a:cs typeface="Times New Roman" panose="02020603050405020304" pitchFamily="18" charset="0"/>
              </a:rPr>
              <a:t>. </a:t>
            </a:r>
          </a:p>
        </p:txBody>
      </p:sp>
      <p:pic>
        <p:nvPicPr>
          <p:cNvPr id="11" name="Graphic 10" descr="Books on shelf with solid fill">
            <a:extLst>
              <a:ext uri="{FF2B5EF4-FFF2-40B4-BE49-F238E27FC236}">
                <a16:creationId xmlns:a16="http://schemas.microsoft.com/office/drawing/2014/main" id="{9A3820BA-8C70-E042-5DCC-AA4FB75D1A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47" y="5754861"/>
            <a:ext cx="914400" cy="914400"/>
          </a:xfrm>
          <a:prstGeom prst="rect">
            <a:avLst/>
          </a:prstGeom>
        </p:spPr>
      </p:pic>
      <p:pic>
        <p:nvPicPr>
          <p:cNvPr id="12" name="Graphic 11" descr="Harvey Balls 20% outline">
            <a:extLst>
              <a:ext uri="{FF2B5EF4-FFF2-40B4-BE49-F238E27FC236}">
                <a16:creationId xmlns:a16="http://schemas.microsoft.com/office/drawing/2014/main" id="{7CAE772F-3414-563B-5D5A-B01E0695BB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3505017">
            <a:off x="7572758" y="1174186"/>
            <a:ext cx="771990" cy="709562"/>
          </a:xfrm>
          <a:prstGeom prst="rect">
            <a:avLst/>
          </a:prstGeom>
        </p:spPr>
      </p:pic>
      <p:pic>
        <p:nvPicPr>
          <p:cNvPr id="15" name="Graphic 14" descr="Harvey Balls 30% outline">
            <a:extLst>
              <a:ext uri="{FF2B5EF4-FFF2-40B4-BE49-F238E27FC236}">
                <a16:creationId xmlns:a16="http://schemas.microsoft.com/office/drawing/2014/main" id="{BA42DED8-CCC8-83CF-0975-A6ACC6AB03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3505017">
            <a:off x="8495816" y="1174186"/>
            <a:ext cx="771990" cy="709562"/>
          </a:xfrm>
          <a:prstGeom prst="rect">
            <a:avLst/>
          </a:prstGeom>
        </p:spPr>
      </p:pic>
      <p:pic>
        <p:nvPicPr>
          <p:cNvPr id="16" name="Graphic 15" descr="Harvey Balls 35% outline">
            <a:extLst>
              <a:ext uri="{FF2B5EF4-FFF2-40B4-BE49-F238E27FC236}">
                <a16:creationId xmlns:a16="http://schemas.microsoft.com/office/drawing/2014/main" id="{4B2927C3-B033-84A7-0ED5-6FF385E9DAF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3505017">
            <a:off x="9418872" y="1174186"/>
            <a:ext cx="771990" cy="709562"/>
          </a:xfrm>
          <a:prstGeom prst="rect">
            <a:avLst/>
          </a:prstGeom>
        </p:spPr>
      </p:pic>
      <p:pic>
        <p:nvPicPr>
          <p:cNvPr id="17" name="Graphic 16" descr="Harvey Balls 5% outline">
            <a:extLst>
              <a:ext uri="{FF2B5EF4-FFF2-40B4-BE49-F238E27FC236}">
                <a16:creationId xmlns:a16="http://schemas.microsoft.com/office/drawing/2014/main" id="{F57DA173-DBAC-6669-9BB9-2B91BCCBB4B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3505017">
            <a:off x="11263224" y="1174186"/>
            <a:ext cx="771990" cy="709562"/>
          </a:xfrm>
          <a:prstGeom prst="rect">
            <a:avLst/>
          </a:prstGeom>
        </p:spPr>
      </p:pic>
      <p:pic>
        <p:nvPicPr>
          <p:cNvPr id="18" name="Graphic 17" descr="Harvey Balls 60% outline">
            <a:extLst>
              <a:ext uri="{FF2B5EF4-FFF2-40B4-BE49-F238E27FC236}">
                <a16:creationId xmlns:a16="http://schemas.microsoft.com/office/drawing/2014/main" id="{D69D4E0E-5233-F812-4F89-BFEA7B45398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3505017">
            <a:off x="10341930" y="1174186"/>
            <a:ext cx="771990" cy="709562"/>
          </a:xfrm>
          <a:prstGeom prst="rect">
            <a:avLst/>
          </a:prstGeom>
        </p:spPr>
      </p:pic>
      <p:sp>
        <p:nvSpPr>
          <p:cNvPr id="2" name="TextBox 1">
            <a:extLst>
              <a:ext uri="{FF2B5EF4-FFF2-40B4-BE49-F238E27FC236}">
                <a16:creationId xmlns:a16="http://schemas.microsoft.com/office/drawing/2014/main" id="{BD392F33-F6BA-0EAC-224B-4B7A57325042}"/>
              </a:ext>
            </a:extLst>
          </p:cNvPr>
          <p:cNvSpPr txBox="1"/>
          <p:nvPr/>
        </p:nvSpPr>
        <p:spPr>
          <a:xfrm>
            <a:off x="443674" y="2705899"/>
            <a:ext cx="6187729"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a) Giao diện người dùng quản lí:</a:t>
            </a:r>
          </a:p>
        </p:txBody>
      </p:sp>
      <p:pic>
        <p:nvPicPr>
          <p:cNvPr id="9" name="Picture 8" descr="A screenshot of a computer&#10;&#10;Description automatically generated">
            <a:extLst>
              <a:ext uri="{FF2B5EF4-FFF2-40B4-BE49-F238E27FC236}">
                <a16:creationId xmlns:a16="http://schemas.microsoft.com/office/drawing/2014/main" id="{85924C80-E8C7-DF84-8FD8-E338C3FEA620}"/>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056900" y="2998286"/>
            <a:ext cx="5943600" cy="3343275"/>
          </a:xfrm>
          <a:prstGeom prst="rect">
            <a:avLst/>
          </a:prstGeom>
        </p:spPr>
      </p:pic>
    </p:spTree>
    <p:extLst>
      <p:ext uri="{BB962C8B-B14F-4D97-AF65-F5344CB8AC3E}">
        <p14:creationId xmlns:p14="http://schemas.microsoft.com/office/powerpoint/2010/main" val="9161520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1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1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16"/>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18"/>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17"/>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3.75E-6 2.96296E-6 L 3.75E-6 0.00023 " pathEditMode="relative" rAng="0" ptsTypes="AA">
                                      <p:cBhvr>
                                        <p:cTn id="17" dur="5000" spd="-100000" fill="hold"/>
                                        <p:tgtEl>
                                          <p:spTgt spid="11"/>
                                        </p:tgtEl>
                                        <p:attrNameLst>
                                          <p:attrName>ppt_x</p:attrName>
                                          <p:attrName>ppt_y</p:attrName>
                                        </p:attrNameLst>
                                      </p:cBhvr>
                                      <p:rCtr x="0" y="0"/>
                                    </p:animMotion>
                                  </p:childTnLst>
                                </p:cTn>
                              </p:par>
                              <p:par>
                                <p:cTn id="18" presetID="8" presetClass="emph" presetSubtype="0" repeatCount="indefinite" autoRev="1" fill="hold" nodeType="withEffect">
                                  <p:stCondLst>
                                    <p:cond delay="0"/>
                                  </p:stCondLst>
                                  <p:childTnLst>
                                    <p:animRot by="1800000">
                                      <p:cBhvr>
                                        <p:cTn id="19" dur="5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5" name="Rectangle: Top Corners Rounded 4">
            <a:extLst>
              <a:ext uri="{FF2B5EF4-FFF2-40B4-BE49-F238E27FC236}">
                <a16:creationId xmlns:a16="http://schemas.microsoft.com/office/drawing/2014/main" id="{7741EAA8-6EBC-CA32-18B7-4F1FFB0D9F37}"/>
              </a:ext>
            </a:extLst>
          </p:cNvPr>
          <p:cNvSpPr/>
          <p:nvPr/>
        </p:nvSpPr>
        <p:spPr>
          <a:xfrm>
            <a:off x="-1418024" y="-8077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4E3A27-6803-1024-BE56-ABF66B0C106B}"/>
              </a:ext>
            </a:extLst>
          </p:cNvPr>
          <p:cNvSpPr txBox="1"/>
          <p:nvPr/>
        </p:nvSpPr>
        <p:spPr>
          <a:xfrm>
            <a:off x="3481826" y="159494"/>
            <a:ext cx="6368219" cy="1200329"/>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III. </a:t>
            </a:r>
            <a:r>
              <a:rPr lang="vi-VN" sz="3600" b="1">
                <a:solidFill>
                  <a:schemeClr val="bg1"/>
                </a:solidFill>
                <a:latin typeface="Times New Roman" panose="02020603050405020304" pitchFamily="18" charset="0"/>
                <a:cs typeface="Times New Roman" panose="02020603050405020304" pitchFamily="18" charset="0"/>
              </a:rPr>
              <a:t>KẾT QUẢ CHƯƠNG TRÌNH VÀ NHẬN XÉT</a:t>
            </a:r>
            <a:endParaRPr lang="en-US" sz="3600" b="1">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AB633F-C683-E09C-1780-63068E7D667F}"/>
              </a:ext>
            </a:extLst>
          </p:cNvPr>
          <p:cNvSpPr txBox="1"/>
          <p:nvPr/>
        </p:nvSpPr>
        <p:spPr>
          <a:xfrm>
            <a:off x="443674" y="1628681"/>
            <a:ext cx="6187729" cy="1077218"/>
          </a:xfrm>
          <a:prstGeom prst="rect">
            <a:avLst/>
          </a:prstGeom>
          <a:noFill/>
        </p:spPr>
        <p:txBody>
          <a:bodyPr wrap="square" rtlCol="0">
            <a:spAutoFit/>
          </a:bodyPr>
          <a:lstStyle/>
          <a:p>
            <a:pPr marL="514350" indent="-514350">
              <a:buAutoNum type="arabicPeriod"/>
            </a:pPr>
            <a:r>
              <a:rPr lang="en-US" sz="3200">
                <a:solidFill>
                  <a:schemeClr val="bg1"/>
                </a:solidFill>
                <a:latin typeface="Times New Roman" panose="02020603050405020304" pitchFamily="18" charset="0"/>
                <a:cs typeface="Times New Roman" panose="02020603050405020304" pitchFamily="18" charset="0"/>
              </a:rPr>
              <a:t>Giao diện của chương trình</a:t>
            </a:r>
          </a:p>
          <a:p>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0F40889-AC35-548F-A4D4-A624A2697266}"/>
              </a:ext>
            </a:extLst>
          </p:cNvPr>
          <p:cNvSpPr txBox="1"/>
          <p:nvPr/>
        </p:nvSpPr>
        <p:spPr>
          <a:xfrm>
            <a:off x="12164790"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2.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quản</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lí</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thư</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viện</a:t>
            </a:r>
            <a:r>
              <a:rPr lang="en-US" sz="3200">
                <a:solidFill>
                  <a:schemeClr val="bg1"/>
                </a:solidFill>
                <a:latin typeface="Times New Roman" panose="02020603050405020304" pitchFamily="18" charset="0"/>
                <a:cs typeface="Times New Roman" panose="02020603050405020304" pitchFamily="18" charset="0"/>
              </a:rPr>
              <a:t>. </a:t>
            </a:r>
          </a:p>
        </p:txBody>
      </p:sp>
      <p:pic>
        <p:nvPicPr>
          <p:cNvPr id="11" name="Graphic 10" descr="Books on shelf with solid fill">
            <a:extLst>
              <a:ext uri="{FF2B5EF4-FFF2-40B4-BE49-F238E27FC236}">
                <a16:creationId xmlns:a16="http://schemas.microsoft.com/office/drawing/2014/main" id="{9A3820BA-8C70-E042-5DCC-AA4FB75D1A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47" y="5754861"/>
            <a:ext cx="914400" cy="914400"/>
          </a:xfrm>
          <a:prstGeom prst="rect">
            <a:avLst/>
          </a:prstGeom>
        </p:spPr>
      </p:pic>
      <p:pic>
        <p:nvPicPr>
          <p:cNvPr id="12" name="Graphic 11" descr="Harvey Balls 20% outline">
            <a:extLst>
              <a:ext uri="{FF2B5EF4-FFF2-40B4-BE49-F238E27FC236}">
                <a16:creationId xmlns:a16="http://schemas.microsoft.com/office/drawing/2014/main" id="{7CAE772F-3414-563B-5D5A-B01E0695BB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3505017">
            <a:off x="7572758" y="1174186"/>
            <a:ext cx="771990" cy="709562"/>
          </a:xfrm>
          <a:prstGeom prst="rect">
            <a:avLst/>
          </a:prstGeom>
        </p:spPr>
      </p:pic>
      <p:pic>
        <p:nvPicPr>
          <p:cNvPr id="15" name="Graphic 14" descr="Harvey Balls 30% outline">
            <a:extLst>
              <a:ext uri="{FF2B5EF4-FFF2-40B4-BE49-F238E27FC236}">
                <a16:creationId xmlns:a16="http://schemas.microsoft.com/office/drawing/2014/main" id="{BA42DED8-CCC8-83CF-0975-A6ACC6AB03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3505017">
            <a:off x="8495816" y="1174186"/>
            <a:ext cx="771990" cy="709562"/>
          </a:xfrm>
          <a:prstGeom prst="rect">
            <a:avLst/>
          </a:prstGeom>
        </p:spPr>
      </p:pic>
      <p:pic>
        <p:nvPicPr>
          <p:cNvPr id="16" name="Graphic 15" descr="Harvey Balls 35% outline">
            <a:extLst>
              <a:ext uri="{FF2B5EF4-FFF2-40B4-BE49-F238E27FC236}">
                <a16:creationId xmlns:a16="http://schemas.microsoft.com/office/drawing/2014/main" id="{4B2927C3-B033-84A7-0ED5-6FF385E9DAF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3505017">
            <a:off x="9418872" y="1174186"/>
            <a:ext cx="771990" cy="709562"/>
          </a:xfrm>
          <a:prstGeom prst="rect">
            <a:avLst/>
          </a:prstGeom>
        </p:spPr>
      </p:pic>
      <p:pic>
        <p:nvPicPr>
          <p:cNvPr id="17" name="Graphic 16" descr="Harvey Balls 5% outline">
            <a:extLst>
              <a:ext uri="{FF2B5EF4-FFF2-40B4-BE49-F238E27FC236}">
                <a16:creationId xmlns:a16="http://schemas.microsoft.com/office/drawing/2014/main" id="{F57DA173-DBAC-6669-9BB9-2B91BCCBB4B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3505017">
            <a:off x="11263224" y="1174186"/>
            <a:ext cx="771990" cy="709562"/>
          </a:xfrm>
          <a:prstGeom prst="rect">
            <a:avLst/>
          </a:prstGeom>
        </p:spPr>
      </p:pic>
      <p:pic>
        <p:nvPicPr>
          <p:cNvPr id="18" name="Graphic 17" descr="Harvey Balls 60% outline">
            <a:extLst>
              <a:ext uri="{FF2B5EF4-FFF2-40B4-BE49-F238E27FC236}">
                <a16:creationId xmlns:a16="http://schemas.microsoft.com/office/drawing/2014/main" id="{D69D4E0E-5233-F812-4F89-BFEA7B45398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3505017">
            <a:off x="10341930" y="1174186"/>
            <a:ext cx="771990" cy="709562"/>
          </a:xfrm>
          <a:prstGeom prst="rect">
            <a:avLst/>
          </a:prstGeom>
        </p:spPr>
      </p:pic>
      <p:sp>
        <p:nvSpPr>
          <p:cNvPr id="2" name="TextBox 1">
            <a:extLst>
              <a:ext uri="{FF2B5EF4-FFF2-40B4-BE49-F238E27FC236}">
                <a16:creationId xmlns:a16="http://schemas.microsoft.com/office/drawing/2014/main" id="{BD392F33-F6BA-0EAC-224B-4B7A57325042}"/>
              </a:ext>
            </a:extLst>
          </p:cNvPr>
          <p:cNvSpPr txBox="1"/>
          <p:nvPr/>
        </p:nvSpPr>
        <p:spPr>
          <a:xfrm>
            <a:off x="443674" y="2705899"/>
            <a:ext cx="6187729"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b) Giao diện người dùng Thu ngân:</a:t>
            </a:r>
          </a:p>
        </p:txBody>
      </p:sp>
      <p:pic>
        <p:nvPicPr>
          <p:cNvPr id="3" name="Picture 2" descr="A screenshot of a computer&#10;&#10;Description automatically generated">
            <a:extLst>
              <a:ext uri="{FF2B5EF4-FFF2-40B4-BE49-F238E27FC236}">
                <a16:creationId xmlns:a16="http://schemas.microsoft.com/office/drawing/2014/main" id="{89F594AA-9FF0-1BF4-386F-E67B5FDD80E3}"/>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047930" y="3335338"/>
            <a:ext cx="5943600" cy="3343275"/>
          </a:xfrm>
          <a:prstGeom prst="rect">
            <a:avLst/>
          </a:prstGeom>
        </p:spPr>
      </p:pic>
    </p:spTree>
    <p:extLst>
      <p:ext uri="{BB962C8B-B14F-4D97-AF65-F5344CB8AC3E}">
        <p14:creationId xmlns:p14="http://schemas.microsoft.com/office/powerpoint/2010/main" val="14827264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1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1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16"/>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18"/>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17"/>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3.75E-6 2.96296E-6 L 3.75E-6 0.00023 " pathEditMode="relative" rAng="0" ptsTypes="AA">
                                      <p:cBhvr>
                                        <p:cTn id="17" dur="5000" spd="-100000" fill="hold"/>
                                        <p:tgtEl>
                                          <p:spTgt spid="11"/>
                                        </p:tgtEl>
                                        <p:attrNameLst>
                                          <p:attrName>ppt_x</p:attrName>
                                          <p:attrName>ppt_y</p:attrName>
                                        </p:attrNameLst>
                                      </p:cBhvr>
                                      <p:rCtr x="0" y="0"/>
                                    </p:animMotion>
                                  </p:childTnLst>
                                </p:cTn>
                              </p:par>
                              <p:par>
                                <p:cTn id="18" presetID="8" presetClass="emph" presetSubtype="0" repeatCount="indefinite" autoRev="1" fill="hold" nodeType="withEffect">
                                  <p:stCondLst>
                                    <p:cond delay="0"/>
                                  </p:stCondLst>
                                  <p:childTnLst>
                                    <p:animRot by="1800000">
                                      <p:cBhvr>
                                        <p:cTn id="19" dur="5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5" name="Rectangle: Top Corners Rounded 4">
            <a:extLst>
              <a:ext uri="{FF2B5EF4-FFF2-40B4-BE49-F238E27FC236}">
                <a16:creationId xmlns:a16="http://schemas.microsoft.com/office/drawing/2014/main" id="{7741EAA8-6EBC-CA32-18B7-4F1FFB0D9F37}"/>
              </a:ext>
            </a:extLst>
          </p:cNvPr>
          <p:cNvSpPr/>
          <p:nvPr/>
        </p:nvSpPr>
        <p:spPr>
          <a:xfrm>
            <a:off x="-1418024" y="-8077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4E3A27-6803-1024-BE56-ABF66B0C106B}"/>
              </a:ext>
            </a:extLst>
          </p:cNvPr>
          <p:cNvSpPr txBox="1"/>
          <p:nvPr/>
        </p:nvSpPr>
        <p:spPr>
          <a:xfrm>
            <a:off x="3481826" y="159494"/>
            <a:ext cx="6368219" cy="1200329"/>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III. </a:t>
            </a:r>
            <a:r>
              <a:rPr lang="vi-VN" sz="3600" b="1">
                <a:solidFill>
                  <a:schemeClr val="bg1"/>
                </a:solidFill>
                <a:latin typeface="Times New Roman" panose="02020603050405020304" pitchFamily="18" charset="0"/>
                <a:cs typeface="Times New Roman" panose="02020603050405020304" pitchFamily="18" charset="0"/>
              </a:rPr>
              <a:t>KẾT QUẢ CHƯƠNG TRÌNH VÀ NHẬN XÉT</a:t>
            </a:r>
            <a:endParaRPr lang="en-US" sz="3600" b="1">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AB633F-C683-E09C-1780-63068E7D667F}"/>
              </a:ext>
            </a:extLst>
          </p:cNvPr>
          <p:cNvSpPr txBox="1"/>
          <p:nvPr/>
        </p:nvSpPr>
        <p:spPr>
          <a:xfrm>
            <a:off x="443674" y="1628681"/>
            <a:ext cx="6187729" cy="1077218"/>
          </a:xfrm>
          <a:prstGeom prst="rect">
            <a:avLst/>
          </a:prstGeom>
          <a:noFill/>
        </p:spPr>
        <p:txBody>
          <a:bodyPr wrap="square" rtlCol="0">
            <a:spAutoFit/>
          </a:bodyPr>
          <a:lstStyle/>
          <a:p>
            <a:pPr marL="514350" indent="-514350">
              <a:buAutoNum type="arabicPeriod"/>
            </a:pPr>
            <a:r>
              <a:rPr lang="en-US" sz="3200">
                <a:solidFill>
                  <a:schemeClr val="bg1"/>
                </a:solidFill>
                <a:latin typeface="Times New Roman" panose="02020603050405020304" pitchFamily="18" charset="0"/>
                <a:cs typeface="Times New Roman" panose="02020603050405020304" pitchFamily="18" charset="0"/>
              </a:rPr>
              <a:t>Giao diện của chương trình</a:t>
            </a:r>
          </a:p>
          <a:p>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0F40889-AC35-548F-A4D4-A624A2697266}"/>
              </a:ext>
            </a:extLst>
          </p:cNvPr>
          <p:cNvSpPr txBox="1"/>
          <p:nvPr/>
        </p:nvSpPr>
        <p:spPr>
          <a:xfrm>
            <a:off x="12164790"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2.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quản</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lí</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thư</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viện</a:t>
            </a:r>
            <a:r>
              <a:rPr lang="en-US" sz="3200">
                <a:solidFill>
                  <a:schemeClr val="bg1"/>
                </a:solidFill>
                <a:latin typeface="Times New Roman" panose="02020603050405020304" pitchFamily="18" charset="0"/>
                <a:cs typeface="Times New Roman" panose="02020603050405020304" pitchFamily="18" charset="0"/>
              </a:rPr>
              <a:t>. </a:t>
            </a:r>
          </a:p>
        </p:txBody>
      </p:sp>
      <p:pic>
        <p:nvPicPr>
          <p:cNvPr id="11" name="Graphic 10" descr="Books on shelf with solid fill">
            <a:extLst>
              <a:ext uri="{FF2B5EF4-FFF2-40B4-BE49-F238E27FC236}">
                <a16:creationId xmlns:a16="http://schemas.microsoft.com/office/drawing/2014/main" id="{9A3820BA-8C70-E042-5DCC-AA4FB75D1A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47" y="5754861"/>
            <a:ext cx="914400" cy="914400"/>
          </a:xfrm>
          <a:prstGeom prst="rect">
            <a:avLst/>
          </a:prstGeom>
        </p:spPr>
      </p:pic>
      <p:pic>
        <p:nvPicPr>
          <p:cNvPr id="12" name="Graphic 11" descr="Harvey Balls 20% outline">
            <a:extLst>
              <a:ext uri="{FF2B5EF4-FFF2-40B4-BE49-F238E27FC236}">
                <a16:creationId xmlns:a16="http://schemas.microsoft.com/office/drawing/2014/main" id="{7CAE772F-3414-563B-5D5A-B01E0695BB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3505017">
            <a:off x="7572758" y="1174186"/>
            <a:ext cx="771990" cy="709562"/>
          </a:xfrm>
          <a:prstGeom prst="rect">
            <a:avLst/>
          </a:prstGeom>
        </p:spPr>
      </p:pic>
      <p:pic>
        <p:nvPicPr>
          <p:cNvPr id="15" name="Graphic 14" descr="Harvey Balls 30% outline">
            <a:extLst>
              <a:ext uri="{FF2B5EF4-FFF2-40B4-BE49-F238E27FC236}">
                <a16:creationId xmlns:a16="http://schemas.microsoft.com/office/drawing/2014/main" id="{BA42DED8-CCC8-83CF-0975-A6ACC6AB03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3505017">
            <a:off x="8495816" y="1174186"/>
            <a:ext cx="771990" cy="709562"/>
          </a:xfrm>
          <a:prstGeom prst="rect">
            <a:avLst/>
          </a:prstGeom>
        </p:spPr>
      </p:pic>
      <p:pic>
        <p:nvPicPr>
          <p:cNvPr id="16" name="Graphic 15" descr="Harvey Balls 35% outline">
            <a:extLst>
              <a:ext uri="{FF2B5EF4-FFF2-40B4-BE49-F238E27FC236}">
                <a16:creationId xmlns:a16="http://schemas.microsoft.com/office/drawing/2014/main" id="{4B2927C3-B033-84A7-0ED5-6FF385E9DAF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3505017">
            <a:off x="9418872" y="1174186"/>
            <a:ext cx="771990" cy="709562"/>
          </a:xfrm>
          <a:prstGeom prst="rect">
            <a:avLst/>
          </a:prstGeom>
        </p:spPr>
      </p:pic>
      <p:pic>
        <p:nvPicPr>
          <p:cNvPr id="17" name="Graphic 16" descr="Harvey Balls 5% outline">
            <a:extLst>
              <a:ext uri="{FF2B5EF4-FFF2-40B4-BE49-F238E27FC236}">
                <a16:creationId xmlns:a16="http://schemas.microsoft.com/office/drawing/2014/main" id="{F57DA173-DBAC-6669-9BB9-2B91BCCBB4B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3505017">
            <a:off x="11263224" y="1174186"/>
            <a:ext cx="771990" cy="709562"/>
          </a:xfrm>
          <a:prstGeom prst="rect">
            <a:avLst/>
          </a:prstGeom>
        </p:spPr>
      </p:pic>
      <p:pic>
        <p:nvPicPr>
          <p:cNvPr id="18" name="Graphic 17" descr="Harvey Balls 60% outline">
            <a:extLst>
              <a:ext uri="{FF2B5EF4-FFF2-40B4-BE49-F238E27FC236}">
                <a16:creationId xmlns:a16="http://schemas.microsoft.com/office/drawing/2014/main" id="{D69D4E0E-5233-F812-4F89-BFEA7B45398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3505017">
            <a:off x="10341930" y="1174186"/>
            <a:ext cx="771990" cy="709562"/>
          </a:xfrm>
          <a:prstGeom prst="rect">
            <a:avLst/>
          </a:prstGeom>
        </p:spPr>
      </p:pic>
      <p:sp>
        <p:nvSpPr>
          <p:cNvPr id="2" name="TextBox 1">
            <a:extLst>
              <a:ext uri="{FF2B5EF4-FFF2-40B4-BE49-F238E27FC236}">
                <a16:creationId xmlns:a16="http://schemas.microsoft.com/office/drawing/2014/main" id="{BD392F33-F6BA-0EAC-224B-4B7A57325042}"/>
              </a:ext>
            </a:extLst>
          </p:cNvPr>
          <p:cNvSpPr txBox="1"/>
          <p:nvPr/>
        </p:nvSpPr>
        <p:spPr>
          <a:xfrm>
            <a:off x="443674" y="2705899"/>
            <a:ext cx="6187729"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c) Giao diện người dùng Bạn đọc:</a:t>
            </a:r>
          </a:p>
        </p:txBody>
      </p:sp>
      <p:pic>
        <p:nvPicPr>
          <p:cNvPr id="8" name="Picture 7" descr="A computer screen with white text&#10;&#10;Description automatically generated">
            <a:extLst>
              <a:ext uri="{FF2B5EF4-FFF2-40B4-BE49-F238E27FC236}">
                <a16:creationId xmlns:a16="http://schemas.microsoft.com/office/drawing/2014/main" id="{8420BEBB-67B4-93FF-9294-B65E60CCFA97}"/>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694135" y="3567327"/>
            <a:ext cx="5943600" cy="2726690"/>
          </a:xfrm>
          <a:prstGeom prst="rect">
            <a:avLst/>
          </a:prstGeom>
        </p:spPr>
      </p:pic>
    </p:spTree>
    <p:extLst>
      <p:ext uri="{BB962C8B-B14F-4D97-AF65-F5344CB8AC3E}">
        <p14:creationId xmlns:p14="http://schemas.microsoft.com/office/powerpoint/2010/main" val="10170676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1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1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16"/>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18"/>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17"/>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3.75E-6 2.96296E-6 L 3.75E-6 0.00023 " pathEditMode="relative" rAng="0" ptsTypes="AA">
                                      <p:cBhvr>
                                        <p:cTn id="17" dur="5000" spd="-100000" fill="hold"/>
                                        <p:tgtEl>
                                          <p:spTgt spid="11"/>
                                        </p:tgtEl>
                                        <p:attrNameLst>
                                          <p:attrName>ppt_x</p:attrName>
                                          <p:attrName>ppt_y</p:attrName>
                                        </p:attrNameLst>
                                      </p:cBhvr>
                                      <p:rCtr x="0" y="0"/>
                                    </p:animMotion>
                                  </p:childTnLst>
                                </p:cTn>
                              </p:par>
                              <p:par>
                                <p:cTn id="18" presetID="8" presetClass="emph" presetSubtype="0" repeatCount="indefinite" autoRev="1" fill="hold" nodeType="withEffect">
                                  <p:stCondLst>
                                    <p:cond delay="0"/>
                                  </p:stCondLst>
                                  <p:childTnLst>
                                    <p:animRot by="1800000">
                                      <p:cBhvr>
                                        <p:cTn id="19" dur="5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5" name="Rectangle: Top Corners Rounded 4">
            <a:extLst>
              <a:ext uri="{FF2B5EF4-FFF2-40B4-BE49-F238E27FC236}">
                <a16:creationId xmlns:a16="http://schemas.microsoft.com/office/drawing/2014/main" id="{7741EAA8-6EBC-CA32-18B7-4F1FFB0D9F37}"/>
              </a:ext>
            </a:extLst>
          </p:cNvPr>
          <p:cNvSpPr/>
          <p:nvPr/>
        </p:nvSpPr>
        <p:spPr>
          <a:xfrm>
            <a:off x="-1418024" y="-807720"/>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4E3A27-6803-1024-BE56-ABF66B0C106B}"/>
              </a:ext>
            </a:extLst>
          </p:cNvPr>
          <p:cNvSpPr txBox="1"/>
          <p:nvPr/>
        </p:nvSpPr>
        <p:spPr>
          <a:xfrm>
            <a:off x="3481826" y="159494"/>
            <a:ext cx="6368219" cy="1200329"/>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III. </a:t>
            </a:r>
            <a:r>
              <a:rPr lang="vi-VN" sz="3600" b="1">
                <a:solidFill>
                  <a:schemeClr val="bg1"/>
                </a:solidFill>
                <a:latin typeface="Times New Roman" panose="02020603050405020304" pitchFamily="18" charset="0"/>
                <a:cs typeface="Times New Roman" panose="02020603050405020304" pitchFamily="18" charset="0"/>
              </a:rPr>
              <a:t>KẾT QUẢ CHƯƠNG TRÌNH VÀ NHẬN XÉT</a:t>
            </a:r>
            <a:endParaRPr lang="en-US" sz="3600" b="1">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AB633F-C683-E09C-1780-63068E7D667F}"/>
              </a:ext>
            </a:extLst>
          </p:cNvPr>
          <p:cNvSpPr txBox="1"/>
          <p:nvPr/>
        </p:nvSpPr>
        <p:spPr>
          <a:xfrm>
            <a:off x="443674" y="1628681"/>
            <a:ext cx="6187729" cy="1077218"/>
          </a:xfrm>
          <a:prstGeom prst="rect">
            <a:avLst/>
          </a:prstGeom>
          <a:noFill/>
        </p:spPr>
        <p:txBody>
          <a:bodyPr wrap="square" rtlCol="0">
            <a:spAutoFit/>
          </a:bodyPr>
          <a:lstStyle/>
          <a:p>
            <a:pPr marL="514350" indent="-514350">
              <a:buAutoNum type="arabicPeriod"/>
            </a:pPr>
            <a:r>
              <a:rPr lang="en-US" sz="3200">
                <a:solidFill>
                  <a:schemeClr val="bg1"/>
                </a:solidFill>
                <a:latin typeface="Times New Roman" panose="02020603050405020304" pitchFamily="18" charset="0"/>
                <a:cs typeface="Times New Roman" panose="02020603050405020304" pitchFamily="18" charset="0"/>
              </a:rPr>
              <a:t>Giao diện của chương trình</a:t>
            </a:r>
          </a:p>
          <a:p>
            <a:endParaRPr lang="en-US" sz="320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0F40889-AC35-548F-A4D4-A624A2697266}"/>
              </a:ext>
            </a:extLst>
          </p:cNvPr>
          <p:cNvSpPr txBox="1"/>
          <p:nvPr/>
        </p:nvSpPr>
        <p:spPr>
          <a:xfrm>
            <a:off x="12164790"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2.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quản</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lí</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thư</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viện</a:t>
            </a:r>
            <a:r>
              <a:rPr lang="en-US" sz="3200">
                <a:solidFill>
                  <a:schemeClr val="bg1"/>
                </a:solidFill>
                <a:latin typeface="Times New Roman" panose="02020603050405020304" pitchFamily="18" charset="0"/>
                <a:cs typeface="Times New Roman" panose="02020603050405020304" pitchFamily="18" charset="0"/>
              </a:rPr>
              <a:t>. </a:t>
            </a:r>
          </a:p>
        </p:txBody>
      </p:sp>
      <p:pic>
        <p:nvPicPr>
          <p:cNvPr id="11" name="Graphic 10" descr="Books on shelf with solid fill">
            <a:extLst>
              <a:ext uri="{FF2B5EF4-FFF2-40B4-BE49-F238E27FC236}">
                <a16:creationId xmlns:a16="http://schemas.microsoft.com/office/drawing/2014/main" id="{9A3820BA-8C70-E042-5DCC-AA4FB75D1A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47" y="5754861"/>
            <a:ext cx="914400" cy="914400"/>
          </a:xfrm>
          <a:prstGeom prst="rect">
            <a:avLst/>
          </a:prstGeom>
        </p:spPr>
      </p:pic>
      <p:pic>
        <p:nvPicPr>
          <p:cNvPr id="12" name="Graphic 11" descr="Harvey Balls 20% outline">
            <a:extLst>
              <a:ext uri="{FF2B5EF4-FFF2-40B4-BE49-F238E27FC236}">
                <a16:creationId xmlns:a16="http://schemas.microsoft.com/office/drawing/2014/main" id="{7CAE772F-3414-563B-5D5A-B01E0695BB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3505017">
            <a:off x="7572758" y="1174186"/>
            <a:ext cx="771990" cy="709562"/>
          </a:xfrm>
          <a:prstGeom prst="rect">
            <a:avLst/>
          </a:prstGeom>
        </p:spPr>
      </p:pic>
      <p:pic>
        <p:nvPicPr>
          <p:cNvPr id="15" name="Graphic 14" descr="Harvey Balls 30% outline">
            <a:extLst>
              <a:ext uri="{FF2B5EF4-FFF2-40B4-BE49-F238E27FC236}">
                <a16:creationId xmlns:a16="http://schemas.microsoft.com/office/drawing/2014/main" id="{BA42DED8-CCC8-83CF-0975-A6ACC6AB03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3505017">
            <a:off x="8495816" y="1174186"/>
            <a:ext cx="771990" cy="709562"/>
          </a:xfrm>
          <a:prstGeom prst="rect">
            <a:avLst/>
          </a:prstGeom>
        </p:spPr>
      </p:pic>
      <p:pic>
        <p:nvPicPr>
          <p:cNvPr id="16" name="Graphic 15" descr="Harvey Balls 35% outline">
            <a:extLst>
              <a:ext uri="{FF2B5EF4-FFF2-40B4-BE49-F238E27FC236}">
                <a16:creationId xmlns:a16="http://schemas.microsoft.com/office/drawing/2014/main" id="{4B2927C3-B033-84A7-0ED5-6FF385E9DAF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3505017">
            <a:off x="9418872" y="1174186"/>
            <a:ext cx="771990" cy="709562"/>
          </a:xfrm>
          <a:prstGeom prst="rect">
            <a:avLst/>
          </a:prstGeom>
        </p:spPr>
      </p:pic>
      <p:pic>
        <p:nvPicPr>
          <p:cNvPr id="17" name="Graphic 16" descr="Harvey Balls 5% outline">
            <a:extLst>
              <a:ext uri="{FF2B5EF4-FFF2-40B4-BE49-F238E27FC236}">
                <a16:creationId xmlns:a16="http://schemas.microsoft.com/office/drawing/2014/main" id="{F57DA173-DBAC-6669-9BB9-2B91BCCBB4B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3505017">
            <a:off x="11263224" y="1174186"/>
            <a:ext cx="771990" cy="709562"/>
          </a:xfrm>
          <a:prstGeom prst="rect">
            <a:avLst/>
          </a:prstGeom>
        </p:spPr>
      </p:pic>
      <p:pic>
        <p:nvPicPr>
          <p:cNvPr id="18" name="Graphic 17" descr="Harvey Balls 60% outline">
            <a:extLst>
              <a:ext uri="{FF2B5EF4-FFF2-40B4-BE49-F238E27FC236}">
                <a16:creationId xmlns:a16="http://schemas.microsoft.com/office/drawing/2014/main" id="{D69D4E0E-5233-F812-4F89-BFEA7B45398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3505017">
            <a:off x="10341930" y="1174186"/>
            <a:ext cx="771990" cy="709562"/>
          </a:xfrm>
          <a:prstGeom prst="rect">
            <a:avLst/>
          </a:prstGeom>
        </p:spPr>
      </p:pic>
      <p:sp>
        <p:nvSpPr>
          <p:cNvPr id="2" name="TextBox 1">
            <a:extLst>
              <a:ext uri="{FF2B5EF4-FFF2-40B4-BE49-F238E27FC236}">
                <a16:creationId xmlns:a16="http://schemas.microsoft.com/office/drawing/2014/main" id="{BD392F33-F6BA-0EAC-224B-4B7A57325042}"/>
              </a:ext>
            </a:extLst>
          </p:cNvPr>
          <p:cNvSpPr txBox="1"/>
          <p:nvPr/>
        </p:nvSpPr>
        <p:spPr>
          <a:xfrm>
            <a:off x="443674" y="2705899"/>
            <a:ext cx="6187729"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d) Giao diện người dùng Quản kho:</a:t>
            </a:r>
          </a:p>
        </p:txBody>
      </p:sp>
      <p:pic>
        <p:nvPicPr>
          <p:cNvPr id="3" name="Picture 2" descr="A screenshot of a computer&#10;&#10;Description automatically generated">
            <a:extLst>
              <a:ext uri="{FF2B5EF4-FFF2-40B4-BE49-F238E27FC236}">
                <a16:creationId xmlns:a16="http://schemas.microsoft.com/office/drawing/2014/main" id="{4F107D2C-6E8E-DAA7-FA0F-16631A3114A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777343" y="3325986"/>
            <a:ext cx="5943600" cy="3343275"/>
          </a:xfrm>
          <a:prstGeom prst="rect">
            <a:avLst/>
          </a:prstGeom>
        </p:spPr>
      </p:pic>
    </p:spTree>
    <p:extLst>
      <p:ext uri="{BB962C8B-B14F-4D97-AF65-F5344CB8AC3E}">
        <p14:creationId xmlns:p14="http://schemas.microsoft.com/office/powerpoint/2010/main" val="27069708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1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1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16"/>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18"/>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17"/>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3.75E-6 2.96296E-6 L 3.75E-6 0.00023 " pathEditMode="relative" rAng="0" ptsTypes="AA">
                                      <p:cBhvr>
                                        <p:cTn id="17" dur="5000" spd="-100000" fill="hold"/>
                                        <p:tgtEl>
                                          <p:spTgt spid="11"/>
                                        </p:tgtEl>
                                        <p:attrNameLst>
                                          <p:attrName>ppt_x</p:attrName>
                                          <p:attrName>ppt_y</p:attrName>
                                        </p:attrNameLst>
                                      </p:cBhvr>
                                      <p:rCtr x="0" y="0"/>
                                    </p:animMotion>
                                  </p:childTnLst>
                                </p:cTn>
                              </p:par>
                              <p:par>
                                <p:cTn id="18" presetID="8" presetClass="emph" presetSubtype="0" repeatCount="indefinite" autoRev="1" fill="hold" nodeType="withEffect">
                                  <p:stCondLst>
                                    <p:cond delay="0"/>
                                  </p:stCondLst>
                                  <p:childTnLst>
                                    <p:animRot by="1800000">
                                      <p:cBhvr>
                                        <p:cTn id="19" dur="5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
        <p:nvSpPr>
          <p:cNvPr id="5" name="Rectangle: Top Corners Rounded 4">
            <a:extLst>
              <a:ext uri="{FF2B5EF4-FFF2-40B4-BE49-F238E27FC236}">
                <a16:creationId xmlns:a16="http://schemas.microsoft.com/office/drawing/2014/main" id="{7741EAA8-6EBC-CA32-18B7-4F1FFB0D9F37}"/>
              </a:ext>
            </a:extLst>
          </p:cNvPr>
          <p:cNvSpPr/>
          <p:nvPr/>
        </p:nvSpPr>
        <p:spPr>
          <a:xfrm>
            <a:off x="-1231447" y="-1015459"/>
            <a:ext cx="14432983" cy="5288280"/>
          </a:xfrm>
          <a:prstGeom prst="round2SameRect">
            <a:avLst>
              <a:gd name="adj1" fmla="val 31373"/>
              <a:gd name="adj2" fmla="val 0"/>
            </a:avLst>
          </a:prstGeom>
          <a:gradFill>
            <a:gsLst>
              <a:gs pos="73000">
                <a:srgbClr val="F0F8FD">
                  <a:alpha val="0"/>
                  <a:lumMod val="0"/>
                  <a:lumOff val="100000"/>
                </a:srgbClr>
              </a:gs>
              <a:gs pos="22000">
                <a:srgbClr val="11002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4E3A27-6803-1024-BE56-ABF66B0C106B}"/>
              </a:ext>
            </a:extLst>
          </p:cNvPr>
          <p:cNvSpPr txBox="1"/>
          <p:nvPr/>
        </p:nvSpPr>
        <p:spPr>
          <a:xfrm>
            <a:off x="3481826" y="159494"/>
            <a:ext cx="6368219" cy="1200329"/>
          </a:xfrm>
          <a:prstGeom prst="rect">
            <a:avLst/>
          </a:prstGeom>
          <a:noFill/>
        </p:spPr>
        <p:txBody>
          <a:bodyPr wrap="square" rtlCol="0">
            <a:spAutoFit/>
          </a:bodyPr>
          <a:lstStyle/>
          <a:p>
            <a:pPr algn="ctr"/>
            <a:r>
              <a:rPr lang="en-US" sz="3600" b="1">
                <a:solidFill>
                  <a:schemeClr val="bg1"/>
                </a:solidFill>
                <a:latin typeface="Times New Roman" panose="02020603050405020304" pitchFamily="18" charset="0"/>
                <a:cs typeface="Times New Roman" panose="02020603050405020304" pitchFamily="18" charset="0"/>
              </a:rPr>
              <a:t>III. </a:t>
            </a:r>
            <a:r>
              <a:rPr lang="vi-VN" sz="3600" b="1">
                <a:solidFill>
                  <a:schemeClr val="bg1"/>
                </a:solidFill>
                <a:latin typeface="Times New Roman" panose="02020603050405020304" pitchFamily="18" charset="0"/>
                <a:cs typeface="Times New Roman" panose="02020603050405020304" pitchFamily="18" charset="0"/>
              </a:rPr>
              <a:t>KẾT QUẢ CHƯƠNG TRÌNH VÀ NHẬN XÉT</a:t>
            </a:r>
            <a:endParaRPr lang="en-US" sz="3600" b="1">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6AB633F-C683-E09C-1780-63068E7D667F}"/>
              </a:ext>
            </a:extLst>
          </p:cNvPr>
          <p:cNvSpPr txBox="1"/>
          <p:nvPr/>
        </p:nvSpPr>
        <p:spPr>
          <a:xfrm>
            <a:off x="443674" y="1628681"/>
            <a:ext cx="6187729"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2. Nhận xét</a:t>
            </a:r>
          </a:p>
        </p:txBody>
      </p:sp>
      <p:sp>
        <p:nvSpPr>
          <p:cNvPr id="14" name="TextBox 13">
            <a:extLst>
              <a:ext uri="{FF2B5EF4-FFF2-40B4-BE49-F238E27FC236}">
                <a16:creationId xmlns:a16="http://schemas.microsoft.com/office/drawing/2014/main" id="{F0F40889-AC35-548F-A4D4-A624A2697266}"/>
              </a:ext>
            </a:extLst>
          </p:cNvPr>
          <p:cNvSpPr txBox="1"/>
          <p:nvPr/>
        </p:nvSpPr>
        <p:spPr>
          <a:xfrm>
            <a:off x="12164790" y="1078093"/>
            <a:ext cx="5879370" cy="58477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2. </a:t>
            </a:r>
            <a:r>
              <a:rPr lang="en-US" sz="3200" err="1">
                <a:solidFill>
                  <a:schemeClr val="bg1"/>
                </a:solidFill>
                <a:latin typeface="Times New Roman" panose="02020603050405020304" pitchFamily="18" charset="0"/>
                <a:cs typeface="Times New Roman" panose="02020603050405020304" pitchFamily="18" charset="0"/>
              </a:rPr>
              <a:t>Chương</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trình</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quản</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lí</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thư</a:t>
            </a:r>
            <a:r>
              <a:rPr lang="en-US" sz="320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viện</a:t>
            </a:r>
            <a:r>
              <a:rPr lang="en-US" sz="3200">
                <a:solidFill>
                  <a:schemeClr val="bg1"/>
                </a:solidFill>
                <a:latin typeface="Times New Roman" panose="02020603050405020304" pitchFamily="18" charset="0"/>
                <a:cs typeface="Times New Roman" panose="02020603050405020304" pitchFamily="18" charset="0"/>
              </a:rPr>
              <a:t>. </a:t>
            </a:r>
          </a:p>
        </p:txBody>
      </p:sp>
      <p:pic>
        <p:nvPicPr>
          <p:cNvPr id="11" name="Graphic 10" descr="Books on shelf with solid fill">
            <a:extLst>
              <a:ext uri="{FF2B5EF4-FFF2-40B4-BE49-F238E27FC236}">
                <a16:creationId xmlns:a16="http://schemas.microsoft.com/office/drawing/2014/main" id="{9A3820BA-8C70-E042-5DCC-AA4FB75D1A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47" y="5754861"/>
            <a:ext cx="914400" cy="914400"/>
          </a:xfrm>
          <a:prstGeom prst="rect">
            <a:avLst/>
          </a:prstGeom>
        </p:spPr>
      </p:pic>
      <p:pic>
        <p:nvPicPr>
          <p:cNvPr id="12" name="Graphic 11" descr="Harvey Balls 20% outline">
            <a:extLst>
              <a:ext uri="{FF2B5EF4-FFF2-40B4-BE49-F238E27FC236}">
                <a16:creationId xmlns:a16="http://schemas.microsoft.com/office/drawing/2014/main" id="{7CAE772F-3414-563B-5D5A-B01E0695BB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3505017">
            <a:off x="7572758" y="1174186"/>
            <a:ext cx="771990" cy="709562"/>
          </a:xfrm>
          <a:prstGeom prst="rect">
            <a:avLst/>
          </a:prstGeom>
        </p:spPr>
      </p:pic>
      <p:pic>
        <p:nvPicPr>
          <p:cNvPr id="15" name="Graphic 14" descr="Harvey Balls 30% outline">
            <a:extLst>
              <a:ext uri="{FF2B5EF4-FFF2-40B4-BE49-F238E27FC236}">
                <a16:creationId xmlns:a16="http://schemas.microsoft.com/office/drawing/2014/main" id="{BA42DED8-CCC8-83CF-0975-A6ACC6AB03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3505017">
            <a:off x="8495816" y="1174186"/>
            <a:ext cx="771990" cy="709562"/>
          </a:xfrm>
          <a:prstGeom prst="rect">
            <a:avLst/>
          </a:prstGeom>
        </p:spPr>
      </p:pic>
      <p:pic>
        <p:nvPicPr>
          <p:cNvPr id="16" name="Graphic 15" descr="Harvey Balls 35% outline">
            <a:extLst>
              <a:ext uri="{FF2B5EF4-FFF2-40B4-BE49-F238E27FC236}">
                <a16:creationId xmlns:a16="http://schemas.microsoft.com/office/drawing/2014/main" id="{4B2927C3-B033-84A7-0ED5-6FF385E9DAF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3505017">
            <a:off x="9418872" y="1174186"/>
            <a:ext cx="771990" cy="709562"/>
          </a:xfrm>
          <a:prstGeom prst="rect">
            <a:avLst/>
          </a:prstGeom>
        </p:spPr>
      </p:pic>
      <p:pic>
        <p:nvPicPr>
          <p:cNvPr id="17" name="Graphic 16" descr="Harvey Balls 5% outline">
            <a:extLst>
              <a:ext uri="{FF2B5EF4-FFF2-40B4-BE49-F238E27FC236}">
                <a16:creationId xmlns:a16="http://schemas.microsoft.com/office/drawing/2014/main" id="{F57DA173-DBAC-6669-9BB9-2B91BCCBB4B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3505017">
            <a:off x="11263224" y="1174186"/>
            <a:ext cx="771990" cy="709562"/>
          </a:xfrm>
          <a:prstGeom prst="rect">
            <a:avLst/>
          </a:prstGeom>
        </p:spPr>
      </p:pic>
      <p:pic>
        <p:nvPicPr>
          <p:cNvPr id="18" name="Graphic 17" descr="Harvey Balls 60% outline">
            <a:extLst>
              <a:ext uri="{FF2B5EF4-FFF2-40B4-BE49-F238E27FC236}">
                <a16:creationId xmlns:a16="http://schemas.microsoft.com/office/drawing/2014/main" id="{D69D4E0E-5233-F812-4F89-BFEA7B45398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3505017">
            <a:off x="10341930" y="1174186"/>
            <a:ext cx="771990" cy="709562"/>
          </a:xfrm>
          <a:prstGeom prst="rect">
            <a:avLst/>
          </a:prstGeom>
        </p:spPr>
      </p:pic>
      <p:sp>
        <p:nvSpPr>
          <p:cNvPr id="3" name="TextBox 2">
            <a:extLst>
              <a:ext uri="{FF2B5EF4-FFF2-40B4-BE49-F238E27FC236}">
                <a16:creationId xmlns:a16="http://schemas.microsoft.com/office/drawing/2014/main" id="{8251BB8E-97B0-93C0-6225-481B7DE46875}"/>
              </a:ext>
            </a:extLst>
          </p:cNvPr>
          <p:cNvSpPr txBox="1"/>
          <p:nvPr/>
        </p:nvSpPr>
        <p:spPr>
          <a:xfrm>
            <a:off x="829339" y="2651005"/>
            <a:ext cx="10143461" cy="2554545"/>
          </a:xfrm>
          <a:prstGeom prst="rect">
            <a:avLst/>
          </a:prstGeom>
          <a:noFill/>
        </p:spPr>
        <p:txBody>
          <a:bodyPr wrap="square" rtlCol="0">
            <a:spAutoFit/>
          </a:bodyPr>
          <a:lstStyle/>
          <a:p>
            <a:r>
              <a:rPr lang="en-US" sz="3200">
                <a:solidFill>
                  <a:schemeClr val="bg1"/>
                </a:solidFill>
                <a:latin typeface="Times New Roman" panose="02020603050405020304" pitchFamily="18" charset="0"/>
                <a:cs typeface="Times New Roman" panose="02020603050405020304" pitchFamily="18" charset="0"/>
              </a:rPr>
              <a:t>- </a:t>
            </a:r>
            <a:r>
              <a:rPr lang="vi-VN" sz="3200">
                <a:solidFill>
                  <a:schemeClr val="bg1"/>
                </a:solidFill>
                <a:latin typeface="Times New Roman" panose="02020603050405020304" pitchFamily="18" charset="0"/>
                <a:cs typeface="Times New Roman" panose="02020603050405020304" pitchFamily="18" charset="0"/>
              </a:rPr>
              <a:t>Chương trình được viết theo cấu trúc lập trình hướng đối tượng nên có các đặc điểm</a:t>
            </a:r>
            <a:r>
              <a:rPr lang="en-US" sz="3200">
                <a:solidFill>
                  <a:schemeClr val="bg1"/>
                </a:solidFill>
                <a:latin typeface="Times New Roman" panose="02020603050405020304" pitchFamily="18" charset="0"/>
                <a:cs typeface="Times New Roman" panose="02020603050405020304" pitchFamily="18" charset="0"/>
              </a:rPr>
              <a:t> của t</a:t>
            </a:r>
            <a:r>
              <a:rPr lang="vi-VN" sz="3200">
                <a:solidFill>
                  <a:schemeClr val="bg1"/>
                </a:solidFill>
                <a:latin typeface="Times New Roman" panose="02020603050405020304" pitchFamily="18" charset="0"/>
                <a:cs typeface="Times New Roman" panose="02020603050405020304" pitchFamily="18" charset="0"/>
              </a:rPr>
              <a:t>ính mô-đun: Chia nhỏ chương trình thành các mô – đun giúp việc sủa lỗi, bảo trì và nâng cấp về sau được thuận tiện.</a:t>
            </a:r>
          </a:p>
          <a:p>
            <a:r>
              <a:rPr lang="vi-VN" sz="3200">
                <a:solidFill>
                  <a:schemeClr val="bg1"/>
                </a:solidFill>
                <a:latin typeface="Times New Roman" panose="02020603050405020304" pitchFamily="18" charset="0"/>
                <a:cs typeface="Times New Roman" panose="02020603050405020304" pitchFamily="18" charset="0"/>
              </a:rPr>
              <a:t>- Chương trình đã thực hiện chính xác yêu cầu đề ra.</a:t>
            </a:r>
          </a:p>
        </p:txBody>
      </p:sp>
    </p:spTree>
    <p:extLst>
      <p:ext uri="{BB962C8B-B14F-4D97-AF65-F5344CB8AC3E}">
        <p14:creationId xmlns:p14="http://schemas.microsoft.com/office/powerpoint/2010/main" val="1445778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21600000">
                                      <p:cBhvr>
                                        <p:cTn id="6" dur="5000" fill="hold"/>
                                        <p:tgtEl>
                                          <p:spTgt spid="1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5000" fill="hold"/>
                                        <p:tgtEl>
                                          <p:spTgt spid="1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5000" fill="hold"/>
                                        <p:tgtEl>
                                          <p:spTgt spid="16"/>
                                        </p:tgtEl>
                                        <p:attrNameLst>
                                          <p:attrName>r</p:attrName>
                                        </p:attrNameLst>
                                      </p:cBhvr>
                                    </p:animRot>
                                  </p:childTnLst>
                                </p:cTn>
                              </p:par>
                              <p:par>
                                <p:cTn id="11" presetID="8" presetClass="emph" presetSubtype="0" repeatCount="indefinite" fill="hold" nodeType="withEffect">
                                  <p:stCondLst>
                                    <p:cond delay="0"/>
                                  </p:stCondLst>
                                  <p:childTnLst>
                                    <p:animRot by="21600000">
                                      <p:cBhvr>
                                        <p:cTn id="12" dur="5000" fill="hold"/>
                                        <p:tgtEl>
                                          <p:spTgt spid="18"/>
                                        </p:tgtEl>
                                        <p:attrNameLst>
                                          <p:attrName>r</p:attrName>
                                        </p:attrNameLst>
                                      </p:cBhvr>
                                    </p:animRot>
                                  </p:childTnLst>
                                </p:cTn>
                              </p:par>
                              <p:par>
                                <p:cTn id="13" presetID="8" presetClass="emph" presetSubtype="0" repeatCount="indefinite" fill="hold" nodeType="withEffect">
                                  <p:stCondLst>
                                    <p:cond delay="0"/>
                                  </p:stCondLst>
                                  <p:childTnLst>
                                    <p:animRot by="21600000">
                                      <p:cBhvr>
                                        <p:cTn id="14" dur="5000" fill="hold"/>
                                        <p:tgtEl>
                                          <p:spTgt spid="17"/>
                                        </p:tgtEl>
                                        <p:attrNameLst>
                                          <p:attrName>r</p:attrName>
                                        </p:attrNameLst>
                                      </p:cBhvr>
                                    </p:animRot>
                                  </p:childTnLst>
                                </p:cTn>
                              </p:par>
                            </p:childTnLst>
                          </p:cTn>
                        </p:par>
                        <p:par>
                          <p:cTn id="15" fill="hold">
                            <p:stCondLst>
                              <p:cond delay="5000"/>
                            </p:stCondLst>
                            <p:childTnLst>
                              <p:par>
                                <p:cTn id="16" presetID="42" presetClass="path" presetSubtype="0" repeatCount="indefinite" accel="50000" decel="50000" autoRev="1" fill="hold" nodeType="afterEffect">
                                  <p:stCondLst>
                                    <p:cond delay="0"/>
                                  </p:stCondLst>
                                  <p:childTnLst>
                                    <p:animMotion origin="layout" path="M 3.75E-6 2.96296E-6 L 3.75E-6 0.00023 " pathEditMode="relative" rAng="0" ptsTypes="AA">
                                      <p:cBhvr>
                                        <p:cTn id="17" dur="5000" spd="-100000" fill="hold"/>
                                        <p:tgtEl>
                                          <p:spTgt spid="11"/>
                                        </p:tgtEl>
                                        <p:attrNameLst>
                                          <p:attrName>ppt_x</p:attrName>
                                          <p:attrName>ppt_y</p:attrName>
                                        </p:attrNameLst>
                                      </p:cBhvr>
                                      <p:rCtr x="0" y="0"/>
                                    </p:animMotion>
                                  </p:childTnLst>
                                </p:cTn>
                              </p:par>
                              <p:par>
                                <p:cTn id="18" presetID="8" presetClass="emph" presetSubtype="0" repeatCount="indefinite" autoRev="1" fill="hold" nodeType="withEffect">
                                  <p:stCondLst>
                                    <p:cond delay="0"/>
                                  </p:stCondLst>
                                  <p:childTnLst>
                                    <p:animRot by="1800000">
                                      <p:cBhvr>
                                        <p:cTn id="19" dur="5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urple lines shaped into a wave">
            <a:extLst>
              <a:ext uri="{FF2B5EF4-FFF2-40B4-BE49-F238E27FC236}">
                <a16:creationId xmlns:a16="http://schemas.microsoft.com/office/drawing/2014/main" id="{C6A38BDA-BF55-D77D-D8BD-3EC375E7B7A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253"/>
            <a:ext cx="12192000" cy="6858253"/>
          </a:xfrm>
          <a:prstGeom prst="rect">
            <a:avLst/>
          </a:prstGeom>
        </p:spPr>
      </p:pic>
    </p:spTree>
    <p:extLst>
      <p:ext uri="{BB962C8B-B14F-4D97-AF65-F5344CB8AC3E}">
        <p14:creationId xmlns:p14="http://schemas.microsoft.com/office/powerpoint/2010/main" val="16911775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57cb085-a7c1-4b61-acd5-9c3c02b8cdd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E7E78477CFC374E8AA82542E218E7EC" ma:contentTypeVersion="15" ma:contentTypeDescription="Create a new document." ma:contentTypeScope="" ma:versionID="019b02ba2fe49b200ea28124fe711c7c">
  <xsd:schema xmlns:xsd="http://www.w3.org/2001/XMLSchema" xmlns:xs="http://www.w3.org/2001/XMLSchema" xmlns:p="http://schemas.microsoft.com/office/2006/metadata/properties" xmlns:ns3="857cb085-a7c1-4b61-acd5-9c3c02b8cdd6" xmlns:ns4="d317b03d-3e3d-404a-a411-a8cc188f5a62" targetNamespace="http://schemas.microsoft.com/office/2006/metadata/properties" ma:root="true" ma:fieldsID="951d541dbb2a0910c25d14c244c56150" ns3:_="" ns4:_="">
    <xsd:import namespace="857cb085-a7c1-4b61-acd5-9c3c02b8cdd6"/>
    <xsd:import namespace="d317b03d-3e3d-404a-a411-a8cc188f5a62"/>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_activity" minOccurs="0"/>
                <xsd:element ref="ns3:MediaLengthInSeconds" minOccurs="0"/>
                <xsd:element ref="ns3:MediaServiceSystemTag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7cb085-a7c1-4b61-acd5-9c3c02b8cd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element name="MediaServiceSystemTags" ma:index="19"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317b03d-3e3d-404a-a411-a8cc188f5a62"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SharingHintHash" ma:index="2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CCE5E6-D311-43C2-86DC-68BAA76FAB50}">
  <ds:schemaRefs>
    <ds:schemaRef ds:uri="857cb085-a7c1-4b61-acd5-9c3c02b8cdd6"/>
    <ds:schemaRef ds:uri="d317b03d-3e3d-404a-a411-a8cc188f5a6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E8D4B2D-CB5D-4360-9AD0-A0AE54984CB6}">
  <ds:schemaRefs>
    <ds:schemaRef ds:uri="http://schemas.microsoft.com/sharepoint/v3/contenttype/forms"/>
  </ds:schemaRefs>
</ds:datastoreItem>
</file>

<file path=customXml/itemProps3.xml><?xml version="1.0" encoding="utf-8"?>
<ds:datastoreItem xmlns:ds="http://schemas.openxmlformats.org/officeDocument/2006/customXml" ds:itemID="{AA8D4407-5790-488E-878C-DBD850F12B8A}">
  <ds:schemaRefs>
    <ds:schemaRef ds:uri="857cb085-a7c1-4b61-acd5-9c3c02b8cdd6"/>
    <ds:schemaRef ds:uri="d317b03d-3e3d-404a-a411-a8cc188f5a6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2903</Words>
  <Application>Microsoft Office PowerPoint</Application>
  <PresentationFormat>Widescreen</PresentationFormat>
  <Paragraphs>184</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Trương Nhật Hoàng</dc:creator>
  <cp:lastModifiedBy>Huỳnh Phong</cp:lastModifiedBy>
  <cp:revision>2</cp:revision>
  <dcterms:created xsi:type="dcterms:W3CDTF">2024-05-15T16:07:04Z</dcterms:created>
  <dcterms:modified xsi:type="dcterms:W3CDTF">2024-05-28T16:09:49Z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0x0101000E7E78477CFC374E8AA82542E218E7EC</vt:lpwstr>
  </property>
</Properties>
</file>